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4"/>
  </p:notesMasterIdLst>
  <p:sldIdLst>
    <p:sldId id="334" r:id="rId3"/>
    <p:sldId id="14998533" r:id="rId5"/>
    <p:sldId id="14998532" r:id="rId6"/>
    <p:sldId id="14998534" r:id="rId7"/>
    <p:sldId id="18014" r:id="rId8"/>
  </p:sldIdLst>
  <p:sldSz cx="12192000" cy="6858000"/>
  <p:notesSz cx="6858000" cy="9144000"/>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B97ACC39-5EB4-402F-A5BF-9FD72A6A1E6A}">
          <p14:sldIdLst>
            <p14:sldId id="334"/>
          </p14:sldIdLst>
        </p14:section>
        <p14:section name="Contents" id="{6DF18899-11D8-465B-B169-FF040D71053F}">
          <p14:sldIdLst>
            <p14:sldId id="14998533"/>
            <p14:sldId id="14998532"/>
            <p14:sldId id="14998534"/>
            <p14:sldId id="18014"/>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云一 朱" initials="云朱"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8AB3"/>
    <a:srgbClr val="FFFFFF"/>
    <a:srgbClr val="B8778D"/>
    <a:srgbClr val="CB9C6D"/>
    <a:srgbClr val="7CA4BD"/>
    <a:srgbClr val="CCFFCC"/>
    <a:srgbClr val="FBF7C1"/>
    <a:srgbClr val="FF9999"/>
    <a:srgbClr val="4D88CA"/>
    <a:srgbClr val="E1C2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093" autoAdjust="0"/>
    <p:restoredTop sz="86226" autoAdjust="0"/>
  </p:normalViewPr>
  <p:slideViewPr>
    <p:cSldViewPr snapToGrid="0">
      <p:cViewPr varScale="1">
        <p:scale>
          <a:sx n="98" d="100"/>
          <a:sy n="98" d="100"/>
        </p:scale>
        <p:origin x="492" y="96"/>
      </p:cViewPr>
      <p:guideLst/>
    </p:cSldViewPr>
  </p:slideViewPr>
  <p:outlineViewPr>
    <p:cViewPr>
      <p:scale>
        <a:sx n="33" d="100"/>
        <a:sy n="33" d="100"/>
      </p:scale>
      <p:origin x="0" y="-16324"/>
    </p:cViewPr>
  </p:outlin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gs" Target="tags/tag17.xml"/><Relationship Id="rId12" Type="http://schemas.openxmlformats.org/officeDocument/2006/relationships/commentAuthors" Target="commentAuthors.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82673A-438F-49F2-AAFF-6ED2FCD87CF6}"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7852E4-57C5-453A-92C8-5F7740464881}"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F7852E4-57C5-453A-92C8-5F7740464881}"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ym typeface="+mn-ea"/>
              </a:rPr>
              <a:t>787</a:t>
            </a:r>
            <a:r>
              <a:rPr lang="zh-CN" altLang="en-US" dirty="0">
                <a:sym typeface="+mn-ea"/>
              </a:rPr>
              <a:t>洲际运行</a:t>
            </a:r>
            <a:r>
              <a:rPr lang="en-US" altLang="zh-CN" dirty="0">
                <a:sym typeface="+mn-ea"/>
              </a:rPr>
              <a:t>AOG</a:t>
            </a:r>
            <a:r>
              <a:rPr lang="zh-CN" altLang="en-US" dirty="0">
                <a:sym typeface="+mn-ea"/>
              </a:rPr>
              <a:t>保障，主要采取随机器材工装保障和建立航材区域保障中心的模式保障运行效率和</a:t>
            </a:r>
            <a:r>
              <a:rPr lang="en-US" altLang="zh-CN" dirty="0">
                <a:sym typeface="+mn-ea"/>
              </a:rPr>
              <a:t>AOG</a:t>
            </a:r>
            <a:r>
              <a:rPr lang="zh-CN" altLang="en-US" dirty="0">
                <a:sym typeface="+mn-ea"/>
              </a:rPr>
              <a:t>效率</a:t>
            </a:r>
            <a:r>
              <a:rPr lang="zh-CN" altLang="en-US" dirty="0">
                <a:sym typeface="+mn-ea"/>
              </a:rPr>
              <a:t>；</a:t>
            </a:r>
            <a:endParaRPr lang="zh-CN" altLang="en-US" dirty="0">
              <a:sym typeface="+mn-ea"/>
            </a:endParaRPr>
          </a:p>
          <a:p>
            <a:r>
              <a:rPr lang="zh-CN" altLang="en-US" dirty="0">
                <a:sym typeface="+mn-ea"/>
              </a:rPr>
              <a:t>随机保障</a:t>
            </a:r>
            <a:r>
              <a:rPr lang="zh-CN" altLang="en-US" dirty="0">
                <a:sym typeface="+mn-ea"/>
              </a:rPr>
              <a:t>：针对</a:t>
            </a:r>
            <a:r>
              <a:rPr lang="en-US" altLang="zh-CN" dirty="0">
                <a:sym typeface="+mn-ea"/>
              </a:rPr>
              <a:t>MEL</a:t>
            </a:r>
            <a:r>
              <a:rPr lang="zh-CN" altLang="en-US" dirty="0">
                <a:sym typeface="+mn-ea"/>
              </a:rPr>
              <a:t>中需要工装的条目，有</a:t>
            </a:r>
            <a:r>
              <a:rPr lang="en-US" altLang="zh-CN" dirty="0">
                <a:sym typeface="+mn-ea"/>
              </a:rPr>
              <a:t>30</a:t>
            </a:r>
            <a:r>
              <a:rPr lang="zh-CN" altLang="en-US" dirty="0">
                <a:sym typeface="+mn-ea"/>
              </a:rPr>
              <a:t>条（有</a:t>
            </a:r>
            <a:r>
              <a:rPr lang="en-US" altLang="zh-CN" dirty="0">
                <a:sym typeface="+mn-ea"/>
              </a:rPr>
              <a:t>6</a:t>
            </a:r>
            <a:r>
              <a:rPr lang="zh-CN" altLang="en-US" dirty="0">
                <a:sym typeface="+mn-ea"/>
              </a:rPr>
              <a:t>条为条件类安装使用），</a:t>
            </a:r>
            <a:r>
              <a:rPr lang="en-US" altLang="zh-CN" dirty="0">
                <a:sym typeface="+mn-ea"/>
              </a:rPr>
              <a:t>2024</a:t>
            </a:r>
            <a:r>
              <a:rPr lang="zh-CN" altLang="en-US" dirty="0">
                <a:sym typeface="+mn-ea"/>
              </a:rPr>
              <a:t>年</a:t>
            </a:r>
            <a:r>
              <a:rPr lang="en-US" altLang="zh-CN" dirty="0">
                <a:sym typeface="+mn-ea"/>
              </a:rPr>
              <a:t>6</a:t>
            </a:r>
            <a:r>
              <a:rPr lang="zh-CN" altLang="en-US" dirty="0">
                <a:sym typeface="+mn-ea"/>
              </a:rPr>
              <a:t>月，</a:t>
            </a:r>
            <a:r>
              <a:rPr lang="en-US" altLang="zh-CN" dirty="0">
                <a:sym typeface="+mn-ea"/>
              </a:rPr>
              <a:t>MCC</a:t>
            </a:r>
            <a:r>
              <a:rPr lang="zh-CN" altLang="en-US" dirty="0">
                <a:sym typeface="+mn-ea"/>
              </a:rPr>
              <a:t>根据运行处置经验及其他航司的经验，已完成</a:t>
            </a:r>
            <a:r>
              <a:rPr lang="en-US" altLang="zh-CN" dirty="0">
                <a:sym typeface="+mn-ea"/>
              </a:rPr>
              <a:t>787</a:t>
            </a:r>
            <a:r>
              <a:rPr lang="zh-CN" altLang="en-US" dirty="0">
                <a:sym typeface="+mn-ea"/>
              </a:rPr>
              <a:t>随机器材包的配备（飞机驾驶舱副驾侧和机组休息室位置），包括常见故障</a:t>
            </a:r>
            <a:r>
              <a:rPr lang="en-US" altLang="zh-CN" dirty="0">
                <a:sym typeface="+mn-ea"/>
              </a:rPr>
              <a:t>-ACM</a:t>
            </a:r>
            <a:r>
              <a:rPr lang="zh-CN" altLang="en-US" dirty="0">
                <a:sym typeface="+mn-ea"/>
              </a:rPr>
              <a:t>、电刹车故障、电扰流板故障所需工装；及常用内六角扳手</a:t>
            </a:r>
            <a:r>
              <a:rPr lang="en-US" altLang="zh-CN" dirty="0">
                <a:sym typeface="+mn-ea"/>
              </a:rPr>
              <a:t>787</a:t>
            </a:r>
            <a:r>
              <a:rPr lang="zh-CN" altLang="en-US" dirty="0">
                <a:sym typeface="+mn-ea"/>
              </a:rPr>
              <a:t>专用螺刀头</a:t>
            </a:r>
            <a:r>
              <a:rPr lang="zh-CN" altLang="en-US" dirty="0">
                <a:sym typeface="+mn-ea"/>
              </a:rPr>
              <a:t>等及结构损伤打磨使用的砂纸！</a:t>
            </a:r>
            <a:endParaRPr lang="zh-CN" altLang="en-US" dirty="0">
              <a:sym typeface="+mn-ea"/>
            </a:endParaRPr>
          </a:p>
          <a:p>
            <a:r>
              <a:rPr lang="zh-CN" altLang="en-US" dirty="0">
                <a:sym typeface="+mn-ea"/>
              </a:rPr>
              <a:t>洲际航材区域保障，分析五个要素，制定清单，配备</a:t>
            </a:r>
            <a:r>
              <a:rPr lang="en-US" altLang="zh-CN" dirty="0">
                <a:sym typeface="+mn-ea"/>
              </a:rPr>
              <a:t>26</a:t>
            </a:r>
            <a:r>
              <a:rPr lang="zh-CN" altLang="en-US" dirty="0">
                <a:sym typeface="+mn-ea"/>
              </a:rPr>
              <a:t>个件，便于快速处置放行</a:t>
            </a:r>
            <a:r>
              <a:rPr lang="zh-CN" altLang="en-US" dirty="0">
                <a:sym typeface="+mn-ea"/>
              </a:rPr>
              <a:t>！</a:t>
            </a:r>
            <a:endParaRPr lang="zh-CN" altLang="en-US" dirty="0">
              <a:sym typeface="+mn-ea"/>
            </a:endParaRPr>
          </a:p>
          <a:p>
            <a:endParaRPr lang="zh-CN" altLang="en-US" dirty="0">
              <a:sym typeface="+mn-ea"/>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F7852E4-57C5-453A-92C8-5F774046488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F7852E4-57C5-453A-92C8-5F774046488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6" name="Parallelogram 5"/>
          <p:cNvSpPr/>
          <p:nvPr userDrawn="1"/>
        </p:nvSpPr>
        <p:spPr>
          <a:xfrm>
            <a:off x="5853668" y="0"/>
            <a:ext cx="5873252" cy="6858000"/>
          </a:xfrm>
          <a:prstGeom prst="parallelogram">
            <a:avLst>
              <a:gd name="adj" fmla="val 64840"/>
            </a:avLst>
          </a:prstGeom>
          <a:gradFill>
            <a:gsLst>
              <a:gs pos="100000">
                <a:schemeClr val="accent1">
                  <a:lumMod val="75000"/>
                </a:schemeClr>
              </a:gs>
              <a:gs pos="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p:cNvGrpSpPr/>
          <p:nvPr userDrawn="1"/>
        </p:nvGrpSpPr>
        <p:grpSpPr>
          <a:xfrm rot="8100000">
            <a:off x="6175377" y="814083"/>
            <a:ext cx="5229834" cy="5229835"/>
            <a:chOff x="1233487" y="925021"/>
            <a:chExt cx="5007959" cy="5007959"/>
          </a:xfrm>
          <a:solidFill>
            <a:schemeClr val="accent1">
              <a:lumMod val="40000"/>
              <a:lumOff val="60000"/>
            </a:schemeClr>
          </a:solidFill>
        </p:grpSpPr>
        <p:sp>
          <p:nvSpPr>
            <p:cNvPr id="8" name="Freeform: Shape 15"/>
            <p:cNvSpPr/>
            <p:nvPr/>
          </p:nvSpPr>
          <p:spPr>
            <a:xfrm>
              <a:off x="5122259" y="1413041"/>
              <a:ext cx="1119187" cy="4070244"/>
            </a:xfrm>
            <a:custGeom>
              <a:avLst/>
              <a:gdLst>
                <a:gd name="connsiteX0" fmla="*/ 28558 w 952300"/>
                <a:gd name="connsiteY0" fmla="*/ 3463312 h 3463311"/>
                <a:gd name="connsiteX1" fmla="*/ 5368 w 952300"/>
                <a:gd name="connsiteY1" fmla="*/ 3451717 h 3463311"/>
                <a:gd name="connsiteX2" fmla="*/ 13097 w 952300"/>
                <a:gd name="connsiteY2" fmla="*/ 3411134 h 3463311"/>
                <a:gd name="connsiteX3" fmla="*/ 894325 w 952300"/>
                <a:gd name="connsiteY3" fmla="*/ 1716317 h 3463311"/>
                <a:gd name="connsiteX4" fmla="*/ 55613 w 952300"/>
                <a:gd name="connsiteY4" fmla="*/ 52420 h 3463311"/>
                <a:gd name="connsiteX5" fmla="*/ 49815 w 952300"/>
                <a:gd name="connsiteY5" fmla="*/ 11837 h 3463311"/>
                <a:gd name="connsiteX6" fmla="*/ 90398 w 952300"/>
                <a:gd name="connsiteY6" fmla="*/ 6039 h 3463311"/>
                <a:gd name="connsiteX7" fmla="*/ 952301 w 952300"/>
                <a:gd name="connsiteY7" fmla="*/ 1716317 h 3463311"/>
                <a:gd name="connsiteX8" fmla="*/ 45950 w 952300"/>
                <a:gd name="connsiteY8" fmla="*/ 3459447 h 3463311"/>
                <a:gd name="connsiteX9" fmla="*/ 28558 w 952300"/>
                <a:gd name="connsiteY9" fmla="*/ 3463312 h 346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2300" h="3463311">
                  <a:moveTo>
                    <a:pt x="28558" y="3463312"/>
                  </a:moveTo>
                  <a:cubicBezTo>
                    <a:pt x="18895" y="3463312"/>
                    <a:pt x="11165" y="3459447"/>
                    <a:pt x="5368" y="3451717"/>
                  </a:cubicBezTo>
                  <a:cubicBezTo>
                    <a:pt x="-4295" y="3438189"/>
                    <a:pt x="-430" y="3420796"/>
                    <a:pt x="13097" y="3411134"/>
                  </a:cubicBezTo>
                  <a:cubicBezTo>
                    <a:pt x="565797" y="3022698"/>
                    <a:pt x="894325" y="2388833"/>
                    <a:pt x="894325" y="1716317"/>
                  </a:cubicBezTo>
                  <a:cubicBezTo>
                    <a:pt x="894325" y="1065058"/>
                    <a:pt x="581258" y="442788"/>
                    <a:pt x="55613" y="52420"/>
                  </a:cubicBezTo>
                  <a:cubicBezTo>
                    <a:pt x="42085" y="42757"/>
                    <a:pt x="40153" y="25364"/>
                    <a:pt x="49815" y="11837"/>
                  </a:cubicBezTo>
                  <a:cubicBezTo>
                    <a:pt x="59478" y="-1691"/>
                    <a:pt x="76871" y="-3623"/>
                    <a:pt x="90398" y="6039"/>
                  </a:cubicBezTo>
                  <a:cubicBezTo>
                    <a:pt x="631503" y="408003"/>
                    <a:pt x="952301" y="1047666"/>
                    <a:pt x="952301" y="1716317"/>
                  </a:cubicBezTo>
                  <a:cubicBezTo>
                    <a:pt x="952301" y="2408158"/>
                    <a:pt x="614110" y="3059416"/>
                    <a:pt x="45950" y="3459447"/>
                  </a:cubicBezTo>
                  <a:cubicBezTo>
                    <a:pt x="40153" y="3461379"/>
                    <a:pt x="34355" y="3463312"/>
                    <a:pt x="28558" y="3463312"/>
                  </a:cubicBezTo>
                  <a:close/>
                </a:path>
              </a:pathLst>
            </a:custGeom>
            <a:solidFill>
              <a:schemeClr val="accent3">
                <a:lumMod val="20000"/>
                <a:lumOff val="80000"/>
              </a:schemeClr>
            </a:solidFill>
            <a:ln w="19304" cap="flat">
              <a:noFill/>
              <a:prstDash val="solid"/>
              <a:miter/>
            </a:ln>
          </p:spPr>
          <p:txBody>
            <a:bodyPr rtlCol="0" anchor="ctr"/>
            <a:lstStyle/>
            <a:p>
              <a:endParaRPr lang="en-US"/>
            </a:p>
          </p:txBody>
        </p:sp>
        <p:sp>
          <p:nvSpPr>
            <p:cNvPr id="10" name="Freeform: Shape 16"/>
            <p:cNvSpPr/>
            <p:nvPr/>
          </p:nvSpPr>
          <p:spPr>
            <a:xfrm>
              <a:off x="1233487" y="925021"/>
              <a:ext cx="2536912" cy="5007959"/>
            </a:xfrm>
            <a:custGeom>
              <a:avLst/>
              <a:gdLst>
                <a:gd name="connsiteX0" fmla="*/ 2129634 w 2158621"/>
                <a:gd name="connsiteY0" fmla="*/ 4261200 h 4261199"/>
                <a:gd name="connsiteX1" fmla="*/ 0 w 2158621"/>
                <a:gd name="connsiteY1" fmla="*/ 2129634 h 4261199"/>
                <a:gd name="connsiteX2" fmla="*/ 612608 w 2158621"/>
                <a:gd name="connsiteY2" fmla="*/ 635798 h 4261199"/>
                <a:gd name="connsiteX3" fmla="*/ 2094848 w 2158621"/>
                <a:gd name="connsiteY3" fmla="*/ 0 h 4261199"/>
                <a:gd name="connsiteX4" fmla="*/ 2129634 w 2158621"/>
                <a:gd name="connsiteY4" fmla="*/ 0 h 4261199"/>
                <a:gd name="connsiteX5" fmla="*/ 2158621 w 2158621"/>
                <a:gd name="connsiteY5" fmla="*/ 28988 h 4261199"/>
                <a:gd name="connsiteX6" fmla="*/ 2129634 w 2158621"/>
                <a:gd name="connsiteY6" fmla="*/ 57976 h 4261199"/>
                <a:gd name="connsiteX7" fmla="*/ 2094848 w 2158621"/>
                <a:gd name="connsiteY7" fmla="*/ 57976 h 4261199"/>
                <a:gd name="connsiteX8" fmla="*/ 57976 w 2158621"/>
                <a:gd name="connsiteY8" fmla="*/ 2129634 h 4261199"/>
                <a:gd name="connsiteX9" fmla="*/ 2129634 w 2158621"/>
                <a:gd name="connsiteY9" fmla="*/ 4201292 h 4261199"/>
                <a:gd name="connsiteX10" fmla="*/ 2158621 w 2158621"/>
                <a:gd name="connsiteY10" fmla="*/ 4230279 h 4261199"/>
                <a:gd name="connsiteX11" fmla="*/ 2129634 w 2158621"/>
                <a:gd name="connsiteY11" fmla="*/ 4261200 h 4261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58621" h="4261199">
                  <a:moveTo>
                    <a:pt x="2129634" y="4261200"/>
                  </a:moveTo>
                  <a:cubicBezTo>
                    <a:pt x="954663" y="4261200"/>
                    <a:pt x="0" y="3304604"/>
                    <a:pt x="0" y="2129634"/>
                  </a:cubicBezTo>
                  <a:cubicBezTo>
                    <a:pt x="0" y="1567271"/>
                    <a:pt x="218374" y="1037762"/>
                    <a:pt x="612608" y="635798"/>
                  </a:cubicBezTo>
                  <a:cubicBezTo>
                    <a:pt x="1008774" y="235767"/>
                    <a:pt x="1534419" y="9663"/>
                    <a:pt x="2094848" y="0"/>
                  </a:cubicBezTo>
                  <a:cubicBezTo>
                    <a:pt x="2106444" y="0"/>
                    <a:pt x="2118039" y="0"/>
                    <a:pt x="2129634" y="0"/>
                  </a:cubicBezTo>
                  <a:cubicBezTo>
                    <a:pt x="2145094" y="0"/>
                    <a:pt x="2158621" y="13528"/>
                    <a:pt x="2158621" y="28988"/>
                  </a:cubicBezTo>
                  <a:cubicBezTo>
                    <a:pt x="2158621" y="44448"/>
                    <a:pt x="2147026" y="57976"/>
                    <a:pt x="2129634" y="57976"/>
                  </a:cubicBezTo>
                  <a:cubicBezTo>
                    <a:pt x="2118039" y="57976"/>
                    <a:pt x="2106444" y="57976"/>
                    <a:pt x="2094848" y="57976"/>
                  </a:cubicBezTo>
                  <a:cubicBezTo>
                    <a:pt x="972056" y="77301"/>
                    <a:pt x="57976" y="1006841"/>
                    <a:pt x="57976" y="2129634"/>
                  </a:cubicBezTo>
                  <a:cubicBezTo>
                    <a:pt x="57976" y="3271751"/>
                    <a:pt x="987516" y="4201292"/>
                    <a:pt x="2129634" y="4201292"/>
                  </a:cubicBezTo>
                  <a:cubicBezTo>
                    <a:pt x="2145094" y="4201292"/>
                    <a:pt x="2158621" y="4214819"/>
                    <a:pt x="2158621" y="4230279"/>
                  </a:cubicBezTo>
                  <a:cubicBezTo>
                    <a:pt x="2158621" y="4245739"/>
                    <a:pt x="2147026" y="4261200"/>
                    <a:pt x="2129634" y="4261200"/>
                  </a:cubicBezTo>
                  <a:close/>
                </a:path>
              </a:pathLst>
            </a:custGeom>
            <a:solidFill>
              <a:schemeClr val="accent3">
                <a:lumMod val="20000"/>
                <a:lumOff val="80000"/>
              </a:schemeClr>
            </a:solidFill>
            <a:ln w="19304" cap="flat">
              <a:noFill/>
              <a:prstDash val="solid"/>
              <a:miter/>
            </a:ln>
          </p:spPr>
          <p:txBody>
            <a:bodyPr rtlCol="0" anchor="ctr"/>
            <a:lstStyle/>
            <a:p>
              <a:endParaRPr lang="en-US"/>
            </a:p>
          </p:txBody>
        </p:sp>
      </p:grpSp>
      <p:sp>
        <p:nvSpPr>
          <p:cNvPr id="5" name="Freeform 4"/>
          <p:cNvSpPr/>
          <p:nvPr userDrawn="1"/>
        </p:nvSpPr>
        <p:spPr>
          <a:xfrm>
            <a:off x="0" y="2542008"/>
            <a:ext cx="9246424" cy="1840521"/>
          </a:xfrm>
          <a:custGeom>
            <a:avLst/>
            <a:gdLst>
              <a:gd name="connsiteX0" fmla="*/ 116276 w 9246424"/>
              <a:gd name="connsiteY0" fmla="*/ 0 h 1744856"/>
              <a:gd name="connsiteX1" fmla="*/ 8373996 w 9246424"/>
              <a:gd name="connsiteY1" fmla="*/ 0 h 1744856"/>
              <a:gd name="connsiteX2" fmla="*/ 9246424 w 9246424"/>
              <a:gd name="connsiteY2" fmla="*/ 872428 h 1744856"/>
              <a:gd name="connsiteX3" fmla="*/ 8373996 w 9246424"/>
              <a:gd name="connsiteY3" fmla="*/ 1744856 h 1744856"/>
              <a:gd name="connsiteX4" fmla="*/ 116276 w 9246424"/>
              <a:gd name="connsiteY4" fmla="*/ 1744856 h 1744856"/>
              <a:gd name="connsiteX5" fmla="*/ 27075 w 9246424"/>
              <a:gd name="connsiteY5" fmla="*/ 1740352 h 1744856"/>
              <a:gd name="connsiteX6" fmla="*/ 0 w 9246424"/>
              <a:gd name="connsiteY6" fmla="*/ 1736220 h 1744856"/>
              <a:gd name="connsiteX7" fmla="*/ 0 w 9246424"/>
              <a:gd name="connsiteY7" fmla="*/ 8637 h 1744856"/>
              <a:gd name="connsiteX8" fmla="*/ 27075 w 9246424"/>
              <a:gd name="connsiteY8" fmla="*/ 4504 h 1744856"/>
              <a:gd name="connsiteX9" fmla="*/ 116276 w 9246424"/>
              <a:gd name="connsiteY9" fmla="*/ 0 h 1744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246424" h="1744856">
                <a:moveTo>
                  <a:pt x="116276" y="0"/>
                </a:moveTo>
                <a:lnTo>
                  <a:pt x="8373996" y="0"/>
                </a:lnTo>
                <a:cubicBezTo>
                  <a:pt x="8855825" y="0"/>
                  <a:pt x="9246424" y="390599"/>
                  <a:pt x="9246424" y="872428"/>
                </a:cubicBezTo>
                <a:cubicBezTo>
                  <a:pt x="9246424" y="1354257"/>
                  <a:pt x="8855825" y="1744856"/>
                  <a:pt x="8373996" y="1744856"/>
                </a:cubicBezTo>
                <a:lnTo>
                  <a:pt x="116276" y="1744856"/>
                </a:lnTo>
                <a:cubicBezTo>
                  <a:pt x="86162" y="1744856"/>
                  <a:pt x="56404" y="1743331"/>
                  <a:pt x="27075" y="1740352"/>
                </a:cubicBezTo>
                <a:lnTo>
                  <a:pt x="0" y="1736220"/>
                </a:lnTo>
                <a:lnTo>
                  <a:pt x="0" y="8637"/>
                </a:lnTo>
                <a:lnTo>
                  <a:pt x="27075" y="4504"/>
                </a:lnTo>
                <a:cubicBezTo>
                  <a:pt x="56404" y="1526"/>
                  <a:pt x="86162" y="0"/>
                  <a:pt x="116276" y="0"/>
                </a:cubicBezTo>
                <a:close/>
              </a:path>
            </a:pathLst>
          </a:custGeom>
          <a:gradFill flip="none" rotWithShape="1">
            <a:gsLst>
              <a:gs pos="0">
                <a:schemeClr val="accent3">
                  <a:lumMod val="20000"/>
                  <a:lumOff val="80000"/>
                  <a:alpha val="0"/>
                </a:schemeClr>
              </a:gs>
              <a:gs pos="100000">
                <a:schemeClr val="accent3">
                  <a:lumMod val="20000"/>
                  <a:lumOff val="8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Picture Placeholder 8"/>
          <p:cNvSpPr>
            <a:spLocks noGrp="1"/>
          </p:cNvSpPr>
          <p:nvPr>
            <p:ph type="pic" sz="quarter" idx="10"/>
          </p:nvPr>
        </p:nvSpPr>
        <p:spPr>
          <a:xfrm>
            <a:off x="6424059" y="1048834"/>
            <a:ext cx="4760332" cy="4760330"/>
          </a:xfrm>
          <a:custGeom>
            <a:avLst/>
            <a:gdLst>
              <a:gd name="connsiteX0" fmla="*/ 2019191 w 4038381"/>
              <a:gd name="connsiteY0" fmla="*/ 0 h 4038380"/>
              <a:gd name="connsiteX1" fmla="*/ 3446974 w 4038381"/>
              <a:gd name="connsiteY1" fmla="*/ 591407 h 4038380"/>
              <a:gd name="connsiteX2" fmla="*/ 3446974 w 4038381"/>
              <a:gd name="connsiteY2" fmla="*/ 3446973 h 4038380"/>
              <a:gd name="connsiteX3" fmla="*/ 591408 w 4038381"/>
              <a:gd name="connsiteY3" fmla="*/ 3446973 h 4038380"/>
              <a:gd name="connsiteX4" fmla="*/ 591408 w 4038381"/>
              <a:gd name="connsiteY4" fmla="*/ 591407 h 4038380"/>
              <a:gd name="connsiteX5" fmla="*/ 2019191 w 4038381"/>
              <a:gd name="connsiteY5" fmla="*/ 0 h 4038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8381" h="4038380">
                <a:moveTo>
                  <a:pt x="2019191" y="0"/>
                </a:moveTo>
                <a:cubicBezTo>
                  <a:pt x="2535947" y="0"/>
                  <a:pt x="3052703" y="197136"/>
                  <a:pt x="3446974" y="591407"/>
                </a:cubicBezTo>
                <a:cubicBezTo>
                  <a:pt x="4235517" y="1379950"/>
                  <a:pt x="4235517" y="2658430"/>
                  <a:pt x="3446974" y="3446973"/>
                </a:cubicBezTo>
                <a:cubicBezTo>
                  <a:pt x="2658431" y="4235516"/>
                  <a:pt x="1379951" y="4235516"/>
                  <a:pt x="591408" y="3446973"/>
                </a:cubicBezTo>
                <a:cubicBezTo>
                  <a:pt x="-197135" y="2658430"/>
                  <a:pt x="-197135" y="1379950"/>
                  <a:pt x="591408" y="591407"/>
                </a:cubicBezTo>
                <a:cubicBezTo>
                  <a:pt x="985680" y="197136"/>
                  <a:pt x="1502436" y="0"/>
                  <a:pt x="2019191" y="0"/>
                </a:cubicBezTo>
                <a:close/>
              </a:path>
            </a:pathLst>
          </a:custGeom>
          <a:pattFill prst="pct5">
            <a:fgClr>
              <a:schemeClr val="accent1"/>
            </a:fgClr>
            <a:bgClr>
              <a:schemeClr val="bg1"/>
            </a:bgClr>
          </a:pattFill>
        </p:spPr>
        <p:txBody>
          <a:bodyPr wrap="square">
            <a:noAutofit/>
          </a:bodyPr>
          <a:lstStyle>
            <a:lvl1pPr>
              <a:defRPr sz="1200"/>
            </a:lvl1p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2" name="Rectangle 4"/>
          <p:cNvSpPr/>
          <p:nvPr userDrawn="1"/>
        </p:nvSpPr>
        <p:spPr>
          <a:xfrm>
            <a:off x="0" y="2818765"/>
            <a:ext cx="12192000" cy="1382395"/>
          </a:xfrm>
          <a:prstGeom prst="rect">
            <a:avLst/>
          </a:prstGeom>
          <a:gradFill flip="none" rotWithShape="1">
            <a:gsLst>
              <a:gs pos="0">
                <a:schemeClr val="accent1">
                  <a:lumMod val="75000"/>
                </a:schemeClr>
              </a:gs>
              <a:gs pos="100000">
                <a:schemeClr val="accent1">
                  <a:lumMod val="30000"/>
                  <a:lumOff val="70000"/>
                </a:schemeClr>
              </a:gs>
            </a:gsLst>
            <a:path path="circle">
              <a:fillToRect t="100000" r="100000"/>
            </a:path>
            <a:tileRect l="-100000" b="-100000"/>
          </a:gradFill>
          <a:ln>
            <a:noFill/>
          </a:ln>
          <a:effectLst>
            <a:outerShdw blurRad="762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rIns="360000" bIns="108000" rtlCol="0" anchor="b"/>
          <a:lstStyle/>
          <a:p>
            <a:endParaRPr lang="en-US" sz="24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Picture Placeholder 16"/>
          <p:cNvSpPr>
            <a:spLocks noGrp="1"/>
          </p:cNvSpPr>
          <p:nvPr>
            <p:ph type="pic" sz="quarter" idx="10"/>
          </p:nvPr>
        </p:nvSpPr>
        <p:spPr>
          <a:xfrm>
            <a:off x="0" y="0"/>
            <a:ext cx="6016336" cy="6858000"/>
          </a:xfrm>
          <a:custGeom>
            <a:avLst/>
            <a:gdLst>
              <a:gd name="connsiteX0" fmla="*/ 0 w 7410450"/>
              <a:gd name="connsiteY0" fmla="*/ 0 h 6858000"/>
              <a:gd name="connsiteX1" fmla="*/ 3258677 w 7410450"/>
              <a:gd name="connsiteY1" fmla="*/ 0 h 6858000"/>
              <a:gd name="connsiteX2" fmla="*/ 3469120 w 7410450"/>
              <a:gd name="connsiteY2" fmla="*/ 106783 h 6858000"/>
              <a:gd name="connsiteX3" fmla="*/ 7410450 w 7410450"/>
              <a:gd name="connsiteY3" fmla="*/ 6667500 h 6858000"/>
              <a:gd name="connsiteX4" fmla="*/ 7405588 w 7410450"/>
              <a:gd name="connsiteY4" fmla="*/ 6858000 h 6858000"/>
              <a:gd name="connsiteX5" fmla="*/ 0 w 741045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10450" h="6858000">
                <a:moveTo>
                  <a:pt x="0" y="0"/>
                </a:moveTo>
                <a:lnTo>
                  <a:pt x="3258677" y="0"/>
                </a:lnTo>
                <a:lnTo>
                  <a:pt x="3469120" y="106783"/>
                </a:lnTo>
                <a:cubicBezTo>
                  <a:pt x="5816754" y="1370266"/>
                  <a:pt x="7410450" y="3834495"/>
                  <a:pt x="7410450" y="6667500"/>
                </a:cubicBezTo>
                <a:lnTo>
                  <a:pt x="7405588" y="6858000"/>
                </a:lnTo>
                <a:lnTo>
                  <a:pt x="0" y="6858000"/>
                </a:lnTo>
                <a:close/>
              </a:path>
            </a:pathLst>
          </a:custGeom>
          <a:pattFill prst="pct75">
            <a:fgClr>
              <a:schemeClr val="accent1"/>
            </a:fgClr>
            <a:bgClr>
              <a:schemeClr val="bg1"/>
            </a:bgClr>
          </a:pattFill>
        </p:spPr>
        <p:txBody>
          <a:bodyPr wrap="square">
            <a:noAutofit/>
          </a:bodyPr>
          <a:lstStyle>
            <a:lvl1pPr>
              <a:defRPr sz="1200"/>
            </a:lvl1pPr>
          </a:lstStyle>
          <a:p>
            <a:endParaRPr lang="en-US"/>
          </a:p>
        </p:txBody>
      </p:sp>
      <p:sp>
        <p:nvSpPr>
          <p:cNvPr id="3" name="标题 1"/>
          <p:cNvSpPr>
            <a:spLocks noGrp="1"/>
          </p:cNvSpPr>
          <p:nvPr>
            <p:ph type="ctrTitle"/>
          </p:nvPr>
        </p:nvSpPr>
        <p:spPr>
          <a:xfrm>
            <a:off x="5669555" y="3213000"/>
            <a:ext cx="6403110" cy="540000"/>
          </a:xfrm>
          <a:prstGeom prst="rect">
            <a:avLst/>
          </a:prstGeom>
        </p:spPr>
        <p:txBody>
          <a:bodyPr anchor="b"/>
          <a:lstStyle>
            <a:lvl1pPr algn="l">
              <a:lnSpc>
                <a:spcPct val="100000"/>
              </a:lnSpc>
              <a:defRPr kumimoji="0" lang="zh-CN" altLang="en-US" sz="3200" b="1" i="0" u="none" strike="noStrike" kern="1200" cap="none" spc="0" normalizeH="0" baseline="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cs"/>
              </a:defRPr>
            </a:lvl1pPr>
          </a:lstStyle>
          <a:p>
            <a:pPr marL="0" marR="0" lvl="0" indent="0" algn="l" defTabSz="457200" rtl="0" eaLnBrk="1" fontAlgn="base" latinLnBrk="0" hangingPunct="1">
              <a:lnSpc>
                <a:spcPct val="100000"/>
              </a:lnSpc>
              <a:spcBef>
                <a:spcPct val="0"/>
              </a:spcBef>
              <a:spcAft>
                <a:spcPct val="0"/>
              </a:spcAft>
              <a:buClrTx/>
              <a:buSzTx/>
              <a:buFontTx/>
              <a:buNone/>
            </a:pPr>
            <a:r>
              <a:rPr lang="zh-CN" altLang="en-US" dirty="0"/>
              <a:t>单击此处编辑母版标题样式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Pricing Plans">
    <p:spTree>
      <p:nvGrpSpPr>
        <p:cNvPr id="1" name=""/>
        <p:cNvGrpSpPr/>
        <p:nvPr/>
      </p:nvGrpSpPr>
      <p:grpSpPr>
        <a:xfrm>
          <a:off x="0" y="0"/>
          <a:ext cx="0" cy="0"/>
          <a:chOff x="0" y="0"/>
          <a:chExt cx="0" cy="0"/>
        </a:xfrm>
      </p:grpSpPr>
      <p:sp>
        <p:nvSpPr>
          <p:cNvPr id="4" name="副标题 2"/>
          <p:cNvSpPr>
            <a:spLocks noGrp="1"/>
          </p:cNvSpPr>
          <p:nvPr>
            <p:ph type="subTitle" idx="1" hasCustomPrompt="1"/>
          </p:nvPr>
        </p:nvSpPr>
        <p:spPr>
          <a:xfrm>
            <a:off x="360000" y="713186"/>
            <a:ext cx="11469600" cy="360000"/>
          </a:xfrm>
          <a:prstGeom prst="rect">
            <a:avLst/>
          </a:prstGeom>
        </p:spPr>
        <p:txBody>
          <a:bodyPr>
            <a:noAutofit/>
          </a:bodyPr>
          <a:lstStyle>
            <a:lvl1pPr marL="0" indent="0" algn="l">
              <a:lnSpc>
                <a:spcPct val="100000"/>
              </a:lnSpc>
              <a:buNone/>
              <a:defRPr lang="zh-CN" altLang="en-US" sz="1600" b="1"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endParaRPr lang="zh-CN" altLang="en-US" dirty="0"/>
          </a:p>
        </p:txBody>
      </p:sp>
      <p:sp>
        <p:nvSpPr>
          <p:cNvPr id="2" name="object 10"/>
          <p:cNvSpPr/>
          <p:nvPr userDrawn="1"/>
        </p:nvSpPr>
        <p:spPr>
          <a:xfrm>
            <a:off x="360000" y="628813"/>
            <a:ext cx="11469600" cy="36000"/>
          </a:xfrm>
          <a:custGeom>
            <a:avLst/>
            <a:gdLst/>
            <a:ahLst/>
            <a:cxnLst/>
            <a:rect l="l" t="t" r="r" b="b"/>
            <a:pathLst>
              <a:path w="10721340" h="59690">
                <a:moveTo>
                  <a:pt x="10721340" y="59436"/>
                </a:moveTo>
                <a:lnTo>
                  <a:pt x="0" y="59436"/>
                </a:lnTo>
                <a:lnTo>
                  <a:pt x="0" y="0"/>
                </a:lnTo>
                <a:lnTo>
                  <a:pt x="10721340" y="0"/>
                </a:lnTo>
                <a:lnTo>
                  <a:pt x="10721340" y="59436"/>
                </a:lnTo>
                <a:close/>
              </a:path>
            </a:pathLst>
          </a:custGeom>
          <a:solidFill>
            <a:schemeClr val="accent1"/>
          </a:solidFill>
          <a:ln>
            <a:solidFill>
              <a:schemeClr val="accent1"/>
            </a:solidFill>
          </a:ln>
        </p:spPr>
        <p:txBody>
          <a:bodyPr wrap="square" lIns="0" tIns="0" rIns="0" bIns="0" rtlCol="0"/>
          <a:lstStyle/>
          <a:p>
            <a:endParaRPr>
              <a:latin typeface="Segoe Print" panose="02000600000000000000" charset="0"/>
            </a:endParaRPr>
          </a:p>
        </p:txBody>
      </p:sp>
      <p:sp>
        <p:nvSpPr>
          <p:cNvPr id="15" name="标题 1"/>
          <p:cNvSpPr>
            <a:spLocks noGrp="1"/>
          </p:cNvSpPr>
          <p:nvPr>
            <p:ph type="ctrTitle"/>
          </p:nvPr>
        </p:nvSpPr>
        <p:spPr>
          <a:xfrm>
            <a:off x="360000" y="152209"/>
            <a:ext cx="8424000" cy="432000"/>
          </a:xfrm>
          <a:prstGeom prst="rect">
            <a:avLst/>
          </a:prstGeom>
        </p:spPr>
        <p:txBody>
          <a:bodyPr anchor="b">
            <a:noAutofit/>
          </a:bodyPr>
          <a:lstStyle>
            <a:lvl1pPr algn="l">
              <a:lnSpc>
                <a:spcPct val="100000"/>
              </a:lnSpc>
              <a:defRPr kumimoji="0" lang="zh-CN" altLang="en-US" sz="2400" b="1" i="0" u="none" strike="noStrike" kern="1200" cap="none" spc="0" normalizeH="0" baseline="0" dirty="0">
                <a:ln>
                  <a:noFill/>
                </a:ln>
                <a:solidFill>
                  <a:srgbClr val="CB9C6D"/>
                </a:solidFill>
                <a:effectLst/>
                <a:uLnTx/>
                <a:uFillTx/>
                <a:latin typeface="微软雅黑" panose="020B0503020204020204" pitchFamily="34" charset="-122"/>
                <a:ea typeface="微软雅黑" panose="020B0503020204020204" pitchFamily="34" charset="-122"/>
                <a:cs typeface="+mn-cs"/>
              </a:defRPr>
            </a:lvl1pPr>
          </a:lstStyle>
          <a:p>
            <a:pPr marL="0" marR="0" lvl="0" indent="0" algn="l" defTabSz="457200" rtl="0" eaLnBrk="1" fontAlgn="base" latinLnBrk="0" hangingPunct="1">
              <a:lnSpc>
                <a:spcPct val="100000"/>
              </a:lnSpc>
              <a:spcBef>
                <a:spcPct val="0"/>
              </a:spcBef>
              <a:spcAft>
                <a:spcPct val="0"/>
              </a:spcAft>
              <a:buClrTx/>
              <a:buSzTx/>
              <a:buFontTx/>
              <a:buNone/>
            </a:pPr>
            <a:r>
              <a:rPr lang="zh-CN" altLang="en-US" dirty="0"/>
              <a:t>单击此处编辑母版标题样式</a:t>
            </a:r>
            <a:endParaRPr lang="zh-CN" altLang="en-US" dirty="0"/>
          </a:p>
        </p:txBody>
      </p:sp>
      <p:pic>
        <p:nvPicPr>
          <p:cNvPr id="6" name="图片 5"/>
          <p:cNvPicPr>
            <a:picLocks noChangeAspect="1"/>
          </p:cNvPicPr>
          <p:nvPr userDrawn="1"/>
        </p:nvPicPr>
        <p:blipFill rotWithShape="1">
          <a:blip r:embed="rId2" cstate="print">
            <a:extLst>
              <a:ext uri="{28A0092B-C50C-407E-A947-70E740481C1C}">
                <a14:useLocalDpi xmlns:a14="http://schemas.microsoft.com/office/drawing/2010/main" val="0"/>
              </a:ext>
            </a:extLst>
          </a:blip>
          <a:srcRect l="3870" t="17640" r="5792" b="14944"/>
          <a:stretch>
            <a:fillRect/>
          </a:stretch>
        </p:blipFill>
        <p:spPr>
          <a:xfrm>
            <a:off x="9915373" y="94739"/>
            <a:ext cx="1917176" cy="509887"/>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6" name="Group 5"/>
          <p:cNvGrpSpPr/>
          <p:nvPr userDrawn="1"/>
        </p:nvGrpSpPr>
        <p:grpSpPr>
          <a:xfrm>
            <a:off x="2133600" y="-1"/>
            <a:ext cx="7924800" cy="6858001"/>
            <a:chOff x="2133600" y="0"/>
            <a:chExt cx="7924800" cy="6692900"/>
          </a:xfrm>
        </p:grpSpPr>
        <p:cxnSp>
          <p:nvCxnSpPr>
            <p:cNvPr id="7" name="Straight Connector 6"/>
            <p:cNvCxnSpPr/>
            <p:nvPr/>
          </p:nvCxnSpPr>
          <p:spPr>
            <a:xfrm>
              <a:off x="2133600" y="0"/>
              <a:ext cx="0" cy="6692900"/>
            </a:xfrm>
            <a:prstGeom prst="line">
              <a:avLst/>
            </a:prstGeom>
            <a:ln>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800600" y="0"/>
              <a:ext cx="0" cy="6692900"/>
            </a:xfrm>
            <a:prstGeom prst="line">
              <a:avLst/>
            </a:prstGeom>
            <a:ln>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404100" y="0"/>
              <a:ext cx="0" cy="6692900"/>
            </a:xfrm>
            <a:prstGeom prst="line">
              <a:avLst/>
            </a:prstGeom>
            <a:ln>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0058400" y="0"/>
              <a:ext cx="0" cy="6692900"/>
            </a:xfrm>
            <a:prstGeom prst="line">
              <a:avLst/>
            </a:prstGeom>
            <a:ln>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grpSp>
      <p:sp>
        <p:nvSpPr>
          <p:cNvPr id="13" name="Picture Placeholder 12"/>
          <p:cNvSpPr>
            <a:spLocks noGrp="1"/>
          </p:cNvSpPr>
          <p:nvPr>
            <p:ph type="pic" sz="quarter" idx="10"/>
          </p:nvPr>
        </p:nvSpPr>
        <p:spPr>
          <a:xfrm>
            <a:off x="5756959" y="558686"/>
            <a:ext cx="6435041" cy="6288561"/>
          </a:xfrm>
          <a:custGeom>
            <a:avLst/>
            <a:gdLst>
              <a:gd name="connsiteX0" fmla="*/ 892874 w 6435041"/>
              <a:gd name="connsiteY0" fmla="*/ 1270103 h 6288561"/>
              <a:gd name="connsiteX1" fmla="*/ 963213 w 6435041"/>
              <a:gd name="connsiteY1" fmla="*/ 1272719 h 6288561"/>
              <a:gd name="connsiteX2" fmla="*/ 1335313 w 6435041"/>
              <a:gd name="connsiteY2" fmla="*/ 1780326 h 6288561"/>
              <a:gd name="connsiteX3" fmla="*/ 930951 w 6435041"/>
              <a:gd name="connsiteY3" fmla="*/ 2311593 h 6288561"/>
              <a:gd name="connsiteX4" fmla="*/ 317950 w 6435041"/>
              <a:gd name="connsiteY4" fmla="*/ 1881418 h 6288561"/>
              <a:gd name="connsiteX5" fmla="*/ 892874 w 6435041"/>
              <a:gd name="connsiteY5" fmla="*/ 1270103 h 6288561"/>
              <a:gd name="connsiteX6" fmla="*/ 195731 w 6435041"/>
              <a:gd name="connsiteY6" fmla="*/ 858495 h 6288561"/>
              <a:gd name="connsiteX7" fmla="*/ 449534 w 6435041"/>
              <a:gd name="connsiteY7" fmla="*/ 1060677 h 6288561"/>
              <a:gd name="connsiteX8" fmla="*/ 202183 w 6435041"/>
              <a:gd name="connsiteY8" fmla="*/ 1234899 h 6288561"/>
              <a:gd name="connsiteX9" fmla="*/ 0 w 6435041"/>
              <a:gd name="connsiteY9" fmla="*/ 1002604 h 6288561"/>
              <a:gd name="connsiteX10" fmla="*/ 195731 w 6435041"/>
              <a:gd name="connsiteY10" fmla="*/ 858495 h 6288561"/>
              <a:gd name="connsiteX11" fmla="*/ 4473442 w 6435041"/>
              <a:gd name="connsiteY11" fmla="*/ 1551 h 6288561"/>
              <a:gd name="connsiteX12" fmla="*/ 6435041 w 6435041"/>
              <a:gd name="connsiteY12" fmla="*/ 1006011 h 6288561"/>
              <a:gd name="connsiteX13" fmla="*/ 6435041 w 6435041"/>
              <a:gd name="connsiteY13" fmla="*/ 6288561 h 6288561"/>
              <a:gd name="connsiteX14" fmla="*/ 984722 w 6435041"/>
              <a:gd name="connsiteY14" fmla="*/ 6288561 h 6288561"/>
              <a:gd name="connsiteX15" fmla="*/ 642732 w 6435041"/>
              <a:gd name="connsiteY15" fmla="*/ 3823658 h 6288561"/>
              <a:gd name="connsiteX16" fmla="*/ 2391395 w 6435041"/>
              <a:gd name="connsiteY16" fmla="*/ 1642670 h 6288561"/>
              <a:gd name="connsiteX17" fmla="*/ 4473442 w 6435041"/>
              <a:gd name="connsiteY17" fmla="*/ 1551 h 6288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35041" h="6288561">
                <a:moveTo>
                  <a:pt x="892874" y="1270103"/>
                </a:moveTo>
                <a:cubicBezTo>
                  <a:pt x="915826" y="1269468"/>
                  <a:pt x="939284" y="1270299"/>
                  <a:pt x="963213" y="1272719"/>
                </a:cubicBezTo>
                <a:cubicBezTo>
                  <a:pt x="1242827" y="1300682"/>
                  <a:pt x="1335313" y="1500712"/>
                  <a:pt x="1335313" y="1780326"/>
                </a:cubicBezTo>
                <a:cubicBezTo>
                  <a:pt x="1335313" y="2059940"/>
                  <a:pt x="1210565" y="2311593"/>
                  <a:pt x="930951" y="2311593"/>
                </a:cubicBezTo>
                <a:cubicBezTo>
                  <a:pt x="651337" y="2311593"/>
                  <a:pt x="317950" y="2161032"/>
                  <a:pt x="317950" y="1881418"/>
                </a:cubicBezTo>
                <a:cubicBezTo>
                  <a:pt x="317950" y="1619280"/>
                  <a:pt x="548581" y="1279634"/>
                  <a:pt x="892874" y="1270103"/>
                </a:cubicBezTo>
                <a:close/>
                <a:moveTo>
                  <a:pt x="195731" y="858495"/>
                </a:moveTo>
                <a:cubicBezTo>
                  <a:pt x="344140" y="858495"/>
                  <a:pt x="449534" y="953133"/>
                  <a:pt x="449534" y="1060677"/>
                </a:cubicBezTo>
                <a:cubicBezTo>
                  <a:pt x="449534" y="1168221"/>
                  <a:pt x="350594" y="1234899"/>
                  <a:pt x="202183" y="1234899"/>
                </a:cubicBezTo>
                <a:cubicBezTo>
                  <a:pt x="53773" y="1234899"/>
                  <a:pt x="0" y="1110148"/>
                  <a:pt x="0" y="1002604"/>
                </a:cubicBezTo>
                <a:cubicBezTo>
                  <a:pt x="0" y="895061"/>
                  <a:pt x="47320" y="858495"/>
                  <a:pt x="195731" y="858495"/>
                </a:cubicBezTo>
                <a:close/>
                <a:moveTo>
                  <a:pt x="4473442" y="1551"/>
                </a:moveTo>
                <a:cubicBezTo>
                  <a:pt x="5869359" y="-45768"/>
                  <a:pt x="6435041" y="1006011"/>
                  <a:pt x="6435041" y="1006011"/>
                </a:cubicBezTo>
                <a:lnTo>
                  <a:pt x="6435041" y="6288561"/>
                </a:lnTo>
                <a:lnTo>
                  <a:pt x="984722" y="6288561"/>
                </a:lnTo>
                <a:cubicBezTo>
                  <a:pt x="984722" y="6288561"/>
                  <a:pt x="77053" y="4664649"/>
                  <a:pt x="642732" y="3823658"/>
                </a:cubicBezTo>
                <a:cubicBezTo>
                  <a:pt x="1208413" y="2982664"/>
                  <a:pt x="1974125" y="2434192"/>
                  <a:pt x="2391395" y="1642670"/>
                </a:cubicBezTo>
                <a:cubicBezTo>
                  <a:pt x="2808664" y="851148"/>
                  <a:pt x="3077523" y="48870"/>
                  <a:pt x="4473442" y="1551"/>
                </a:cubicBezTo>
                <a:close/>
              </a:path>
            </a:pathLst>
          </a:custGeom>
          <a:pattFill prst="pct5">
            <a:fgClr>
              <a:schemeClr val="accent1"/>
            </a:fgClr>
            <a:bgClr>
              <a:schemeClr val="bg1"/>
            </a:bgClr>
          </a:pattFill>
        </p:spPr>
        <p:txBody>
          <a:bodyPr wrap="square">
            <a:noAutofit/>
          </a:bodyPr>
          <a:lstStyle>
            <a:lvl1pPr>
              <a:defRPr sz="1200"/>
            </a:lvl1p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5" name="Picture Placeholder 17"/>
          <p:cNvSpPr>
            <a:spLocks noGrp="1"/>
          </p:cNvSpPr>
          <p:nvPr>
            <p:ph type="pic" sz="quarter" idx="10"/>
          </p:nvPr>
        </p:nvSpPr>
        <p:spPr>
          <a:xfrm>
            <a:off x="0" y="0"/>
            <a:ext cx="12192000" cy="6858000"/>
          </a:xfrm>
          <a:custGeom>
            <a:avLst/>
            <a:gdLst>
              <a:gd name="connsiteX0" fmla="*/ 0 w 4463337"/>
              <a:gd name="connsiteY0" fmla="*/ 0 h 2666105"/>
              <a:gd name="connsiteX1" fmla="*/ 4463337 w 4463337"/>
              <a:gd name="connsiteY1" fmla="*/ 0 h 2666105"/>
              <a:gd name="connsiteX2" fmla="*/ 4463337 w 4463337"/>
              <a:gd name="connsiteY2" fmla="*/ 2666105 h 2666105"/>
              <a:gd name="connsiteX3" fmla="*/ 0 w 4463337"/>
              <a:gd name="connsiteY3" fmla="*/ 2666105 h 2666105"/>
            </a:gdLst>
            <a:ahLst/>
            <a:cxnLst>
              <a:cxn ang="0">
                <a:pos x="connsiteX0" y="connsiteY0"/>
              </a:cxn>
              <a:cxn ang="0">
                <a:pos x="connsiteX1" y="connsiteY1"/>
              </a:cxn>
              <a:cxn ang="0">
                <a:pos x="connsiteX2" y="connsiteY2"/>
              </a:cxn>
              <a:cxn ang="0">
                <a:pos x="connsiteX3" y="connsiteY3"/>
              </a:cxn>
            </a:cxnLst>
            <a:rect l="l" t="t" r="r" b="b"/>
            <a:pathLst>
              <a:path w="4463337" h="2666105">
                <a:moveTo>
                  <a:pt x="0" y="0"/>
                </a:moveTo>
                <a:lnTo>
                  <a:pt x="4463337" y="0"/>
                </a:lnTo>
                <a:lnTo>
                  <a:pt x="4463337" y="2666105"/>
                </a:lnTo>
                <a:lnTo>
                  <a:pt x="0" y="2666105"/>
                </a:lnTo>
                <a:close/>
              </a:path>
            </a:pathLst>
          </a:custGeom>
          <a:pattFill prst="pct5">
            <a:fgClr>
              <a:schemeClr val="accent1"/>
            </a:fgClr>
            <a:bgClr>
              <a:schemeClr val="bg1"/>
            </a:bgClr>
          </a:pattFill>
        </p:spPr>
        <p:txBody>
          <a:bodyPr wrap="square">
            <a:noAutofit/>
          </a:bodyPr>
          <a:lstStyle>
            <a:lvl1pPr>
              <a:defRPr sz="1200"/>
            </a:lvl1p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7" name="Picture Placeholder 17"/>
          <p:cNvSpPr>
            <a:spLocks noGrp="1"/>
          </p:cNvSpPr>
          <p:nvPr>
            <p:ph type="pic" sz="quarter" idx="10"/>
          </p:nvPr>
        </p:nvSpPr>
        <p:spPr>
          <a:xfrm>
            <a:off x="0" y="636096"/>
            <a:ext cx="12192000" cy="5585807"/>
          </a:xfrm>
          <a:custGeom>
            <a:avLst/>
            <a:gdLst>
              <a:gd name="connsiteX0" fmla="*/ 0 w 4463337"/>
              <a:gd name="connsiteY0" fmla="*/ 0 h 2666105"/>
              <a:gd name="connsiteX1" fmla="*/ 4463337 w 4463337"/>
              <a:gd name="connsiteY1" fmla="*/ 0 h 2666105"/>
              <a:gd name="connsiteX2" fmla="*/ 4463337 w 4463337"/>
              <a:gd name="connsiteY2" fmla="*/ 2666105 h 2666105"/>
              <a:gd name="connsiteX3" fmla="*/ 0 w 4463337"/>
              <a:gd name="connsiteY3" fmla="*/ 2666105 h 2666105"/>
            </a:gdLst>
            <a:ahLst/>
            <a:cxnLst>
              <a:cxn ang="0">
                <a:pos x="connsiteX0" y="connsiteY0"/>
              </a:cxn>
              <a:cxn ang="0">
                <a:pos x="connsiteX1" y="connsiteY1"/>
              </a:cxn>
              <a:cxn ang="0">
                <a:pos x="connsiteX2" y="connsiteY2"/>
              </a:cxn>
              <a:cxn ang="0">
                <a:pos x="connsiteX3" y="connsiteY3"/>
              </a:cxn>
            </a:cxnLst>
            <a:rect l="l" t="t" r="r" b="b"/>
            <a:pathLst>
              <a:path w="4463337" h="2666105">
                <a:moveTo>
                  <a:pt x="0" y="0"/>
                </a:moveTo>
                <a:lnTo>
                  <a:pt x="4463337" y="0"/>
                </a:lnTo>
                <a:lnTo>
                  <a:pt x="4463337" y="2666105"/>
                </a:lnTo>
                <a:lnTo>
                  <a:pt x="0" y="2666105"/>
                </a:lnTo>
                <a:close/>
              </a:path>
            </a:pathLst>
          </a:custGeom>
          <a:pattFill prst="pct5">
            <a:fgClr>
              <a:schemeClr val="accent1"/>
            </a:fgClr>
            <a:bgClr>
              <a:schemeClr val="bg1"/>
            </a:bgClr>
          </a:pattFill>
        </p:spPr>
        <p:txBody>
          <a:bodyPr wrap="square">
            <a:noAutofit/>
          </a:bodyPr>
          <a:lstStyle>
            <a:lvl1pPr>
              <a:defRPr sz="1200"/>
            </a:lvl1p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7" name="Picture Placeholder 17"/>
          <p:cNvSpPr>
            <a:spLocks noGrp="1"/>
          </p:cNvSpPr>
          <p:nvPr>
            <p:ph type="pic" sz="quarter" idx="10"/>
          </p:nvPr>
        </p:nvSpPr>
        <p:spPr>
          <a:xfrm>
            <a:off x="0" y="0"/>
            <a:ext cx="7212692" cy="6858000"/>
          </a:xfrm>
          <a:custGeom>
            <a:avLst/>
            <a:gdLst>
              <a:gd name="connsiteX0" fmla="*/ 0 w 4463337"/>
              <a:gd name="connsiteY0" fmla="*/ 0 h 2666105"/>
              <a:gd name="connsiteX1" fmla="*/ 4463337 w 4463337"/>
              <a:gd name="connsiteY1" fmla="*/ 0 h 2666105"/>
              <a:gd name="connsiteX2" fmla="*/ 4463337 w 4463337"/>
              <a:gd name="connsiteY2" fmla="*/ 2666105 h 2666105"/>
              <a:gd name="connsiteX3" fmla="*/ 0 w 4463337"/>
              <a:gd name="connsiteY3" fmla="*/ 2666105 h 2666105"/>
            </a:gdLst>
            <a:ahLst/>
            <a:cxnLst>
              <a:cxn ang="0">
                <a:pos x="connsiteX0" y="connsiteY0"/>
              </a:cxn>
              <a:cxn ang="0">
                <a:pos x="connsiteX1" y="connsiteY1"/>
              </a:cxn>
              <a:cxn ang="0">
                <a:pos x="connsiteX2" y="connsiteY2"/>
              </a:cxn>
              <a:cxn ang="0">
                <a:pos x="connsiteX3" y="connsiteY3"/>
              </a:cxn>
            </a:cxnLst>
            <a:rect l="l" t="t" r="r" b="b"/>
            <a:pathLst>
              <a:path w="4463337" h="2666105">
                <a:moveTo>
                  <a:pt x="0" y="0"/>
                </a:moveTo>
                <a:lnTo>
                  <a:pt x="4463337" y="0"/>
                </a:lnTo>
                <a:lnTo>
                  <a:pt x="4463337" y="2666105"/>
                </a:lnTo>
                <a:lnTo>
                  <a:pt x="0" y="2666105"/>
                </a:lnTo>
                <a:close/>
              </a:path>
            </a:pathLst>
          </a:custGeom>
          <a:pattFill prst="pct75">
            <a:fgClr>
              <a:schemeClr val="accent1"/>
            </a:fgClr>
            <a:bgClr>
              <a:schemeClr val="bg1"/>
            </a:bgClr>
          </a:pattFill>
        </p:spPr>
        <p:txBody>
          <a:bodyPr wrap="square">
            <a:noAutofit/>
          </a:bodyPr>
          <a:lstStyle>
            <a:lvl1pPr>
              <a:defRPr sz="1200"/>
            </a:lvl1p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1" y="0"/>
            <a:ext cx="4461425" cy="6858000"/>
          </a:xfrm>
          <a:custGeom>
            <a:avLst/>
            <a:gdLst>
              <a:gd name="connsiteX0" fmla="*/ 0 w 4461425"/>
              <a:gd name="connsiteY0" fmla="*/ 0 h 6858000"/>
              <a:gd name="connsiteX1" fmla="*/ 3073398 w 4461425"/>
              <a:gd name="connsiteY1" fmla="*/ 0 h 6858000"/>
              <a:gd name="connsiteX2" fmla="*/ 3138565 w 4461425"/>
              <a:gd name="connsiteY2" fmla="*/ 3291 h 6858000"/>
              <a:gd name="connsiteX3" fmla="*/ 4461425 w 4461425"/>
              <a:gd name="connsiteY3" fmla="*/ 1469202 h 6858000"/>
              <a:gd name="connsiteX4" fmla="*/ 4461425 w 4461425"/>
              <a:gd name="connsiteY4" fmla="*/ 6858000 h 6858000"/>
              <a:gd name="connsiteX5" fmla="*/ 0 w 446142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425" h="6858000">
                <a:moveTo>
                  <a:pt x="0" y="0"/>
                </a:moveTo>
                <a:lnTo>
                  <a:pt x="3073398" y="0"/>
                </a:lnTo>
                <a:lnTo>
                  <a:pt x="3138565" y="3291"/>
                </a:lnTo>
                <a:cubicBezTo>
                  <a:pt x="3881596" y="78750"/>
                  <a:pt x="4461425" y="706263"/>
                  <a:pt x="4461425" y="1469202"/>
                </a:cubicBezTo>
                <a:lnTo>
                  <a:pt x="4461425" y="6858000"/>
                </a:lnTo>
                <a:lnTo>
                  <a:pt x="0" y="6858000"/>
                </a:lnTo>
                <a:close/>
              </a:path>
            </a:pathLst>
          </a:custGeom>
          <a:pattFill prst="pct5">
            <a:fgClr>
              <a:schemeClr val="accent1"/>
            </a:fgClr>
            <a:bgClr>
              <a:schemeClr val="bg1"/>
            </a:bgClr>
          </a:pattFill>
        </p:spPr>
        <p:txBody>
          <a:bodyPr wrap="square">
            <a:noAutofit/>
          </a:bodyPr>
          <a:lstStyle>
            <a:lvl1pPr>
              <a:defRPr sz="1200"/>
            </a:lvl1p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15" name="Rectangle 14"/>
          <p:cNvSpPr/>
          <p:nvPr userDrawn="1"/>
        </p:nvSpPr>
        <p:spPr>
          <a:xfrm>
            <a:off x="0" y="0"/>
            <a:ext cx="12192000" cy="22613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17"/>
          <p:cNvSpPr>
            <a:spLocks noGrp="1"/>
          </p:cNvSpPr>
          <p:nvPr>
            <p:ph type="pic" sz="quarter" idx="10"/>
          </p:nvPr>
        </p:nvSpPr>
        <p:spPr>
          <a:xfrm>
            <a:off x="0" y="933450"/>
            <a:ext cx="6371770" cy="3746500"/>
          </a:xfrm>
          <a:custGeom>
            <a:avLst/>
            <a:gdLst>
              <a:gd name="connsiteX0" fmla="*/ 0 w 6371770"/>
              <a:gd name="connsiteY0" fmla="*/ 0 h 3746500"/>
              <a:gd name="connsiteX1" fmla="*/ 6077558 w 6371770"/>
              <a:gd name="connsiteY1" fmla="*/ 0 h 3746500"/>
              <a:gd name="connsiteX2" fmla="*/ 6371770 w 6371770"/>
              <a:gd name="connsiteY2" fmla="*/ 294213 h 3746500"/>
              <a:gd name="connsiteX3" fmla="*/ 6371770 w 6371770"/>
              <a:gd name="connsiteY3" fmla="*/ 3746500 h 3746500"/>
              <a:gd name="connsiteX4" fmla="*/ 0 w 6371770"/>
              <a:gd name="connsiteY4" fmla="*/ 3746500 h 3746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1770" h="3746500">
                <a:moveTo>
                  <a:pt x="0" y="0"/>
                </a:moveTo>
                <a:lnTo>
                  <a:pt x="6077558" y="0"/>
                </a:lnTo>
                <a:cubicBezTo>
                  <a:pt x="6240046" y="0"/>
                  <a:pt x="6371770" y="131724"/>
                  <a:pt x="6371770" y="294213"/>
                </a:cubicBezTo>
                <a:lnTo>
                  <a:pt x="6371770" y="3746500"/>
                </a:lnTo>
                <a:lnTo>
                  <a:pt x="0" y="3746500"/>
                </a:lnTo>
                <a:close/>
              </a:path>
            </a:pathLst>
          </a:custGeom>
          <a:pattFill prst="pct5">
            <a:fgClr>
              <a:schemeClr val="accent1"/>
            </a:fgClr>
            <a:bgClr>
              <a:schemeClr val="bg1"/>
            </a:bgClr>
          </a:pattFill>
        </p:spPr>
        <p:txBody>
          <a:bodyPr wrap="square">
            <a:noAutofit/>
          </a:bodyPr>
          <a:lstStyle>
            <a:lvl1pPr>
              <a:defRPr sz="1200"/>
            </a:lvl1p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ockup 3">
    <p:spTree>
      <p:nvGrpSpPr>
        <p:cNvPr id="1" name=""/>
        <p:cNvGrpSpPr/>
        <p:nvPr/>
      </p:nvGrpSpPr>
      <p:grpSpPr>
        <a:xfrm>
          <a:off x="0" y="0"/>
          <a:ext cx="0" cy="0"/>
          <a:chOff x="0" y="0"/>
          <a:chExt cx="0" cy="0"/>
        </a:xfrm>
      </p:grpSpPr>
      <p:sp>
        <p:nvSpPr>
          <p:cNvPr id="6" name="Rectangle 5"/>
          <p:cNvSpPr/>
          <p:nvPr userDrawn="1"/>
        </p:nvSpPr>
        <p:spPr>
          <a:xfrm>
            <a:off x="0" y="0"/>
            <a:ext cx="8432800" cy="47167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1"/>
          <p:cNvSpPr>
            <a:spLocks noGrp="1"/>
          </p:cNvSpPr>
          <p:nvPr>
            <p:ph type="pic" sz="quarter" idx="12"/>
          </p:nvPr>
        </p:nvSpPr>
        <p:spPr>
          <a:xfrm>
            <a:off x="5502475" y="1742186"/>
            <a:ext cx="5043449" cy="2732501"/>
          </a:xfrm>
          <a:custGeom>
            <a:avLst/>
            <a:gdLst>
              <a:gd name="connsiteX0" fmla="*/ 0 w 3186869"/>
              <a:gd name="connsiteY0" fmla="*/ 0 h 2117853"/>
              <a:gd name="connsiteX1" fmla="*/ 3186869 w 3186869"/>
              <a:gd name="connsiteY1" fmla="*/ 0 h 2117853"/>
              <a:gd name="connsiteX2" fmla="*/ 3186869 w 3186869"/>
              <a:gd name="connsiteY2" fmla="*/ 2117853 h 2117853"/>
              <a:gd name="connsiteX3" fmla="*/ 0 w 3186869"/>
              <a:gd name="connsiteY3" fmla="*/ 2117853 h 2117853"/>
            </a:gdLst>
            <a:ahLst/>
            <a:cxnLst>
              <a:cxn ang="0">
                <a:pos x="connsiteX0" y="connsiteY0"/>
              </a:cxn>
              <a:cxn ang="0">
                <a:pos x="connsiteX1" y="connsiteY1"/>
              </a:cxn>
              <a:cxn ang="0">
                <a:pos x="connsiteX2" y="connsiteY2"/>
              </a:cxn>
              <a:cxn ang="0">
                <a:pos x="connsiteX3" y="connsiteY3"/>
              </a:cxn>
            </a:cxnLst>
            <a:rect l="l" t="t" r="r" b="b"/>
            <a:pathLst>
              <a:path w="3186869" h="2117853">
                <a:moveTo>
                  <a:pt x="0" y="0"/>
                </a:moveTo>
                <a:lnTo>
                  <a:pt x="3186869" y="0"/>
                </a:lnTo>
                <a:lnTo>
                  <a:pt x="3186869" y="2117853"/>
                </a:lnTo>
                <a:lnTo>
                  <a:pt x="0" y="2117853"/>
                </a:lnTo>
                <a:close/>
              </a:path>
            </a:pathLst>
          </a:custGeom>
          <a:pattFill prst="pct5">
            <a:fgClr>
              <a:schemeClr val="accent1"/>
            </a:fgClr>
            <a:bgClr>
              <a:schemeClr val="bg1"/>
            </a:bgClr>
          </a:pattFill>
          <a:effectLst>
            <a:outerShdw blurRad="520700" dist="152400" dir="5400000" sx="106000" sy="106000" algn="t" rotWithShape="0">
              <a:prstClr val="black">
                <a:alpha val="29000"/>
              </a:prstClr>
            </a:outerShdw>
          </a:effectLst>
        </p:spPr>
        <p:txBody>
          <a:bodyPr wrap="square">
            <a:noAutofit/>
          </a:bodyPr>
          <a:lstStyle>
            <a:lvl1pPr>
              <a:defRPr sz="1200"/>
            </a:lvl1pPr>
          </a:lstStyle>
          <a:p>
            <a:endParaRPr lang="en-US"/>
          </a:p>
        </p:txBody>
      </p:sp>
      <p:sp>
        <p:nvSpPr>
          <p:cNvPr id="18" name="Picture Placeholder 11"/>
          <p:cNvSpPr>
            <a:spLocks noGrp="1"/>
          </p:cNvSpPr>
          <p:nvPr>
            <p:ph type="pic" sz="quarter" idx="11"/>
          </p:nvPr>
        </p:nvSpPr>
        <p:spPr>
          <a:xfrm>
            <a:off x="6746763" y="765287"/>
            <a:ext cx="4718560" cy="2732501"/>
          </a:xfrm>
          <a:custGeom>
            <a:avLst/>
            <a:gdLst>
              <a:gd name="connsiteX0" fmla="*/ 0 w 3186869"/>
              <a:gd name="connsiteY0" fmla="*/ 0 h 2117853"/>
              <a:gd name="connsiteX1" fmla="*/ 3186869 w 3186869"/>
              <a:gd name="connsiteY1" fmla="*/ 0 h 2117853"/>
              <a:gd name="connsiteX2" fmla="*/ 3186869 w 3186869"/>
              <a:gd name="connsiteY2" fmla="*/ 2117853 h 2117853"/>
              <a:gd name="connsiteX3" fmla="*/ 0 w 3186869"/>
              <a:gd name="connsiteY3" fmla="*/ 2117853 h 2117853"/>
            </a:gdLst>
            <a:ahLst/>
            <a:cxnLst>
              <a:cxn ang="0">
                <a:pos x="connsiteX0" y="connsiteY0"/>
              </a:cxn>
              <a:cxn ang="0">
                <a:pos x="connsiteX1" y="connsiteY1"/>
              </a:cxn>
              <a:cxn ang="0">
                <a:pos x="connsiteX2" y="connsiteY2"/>
              </a:cxn>
              <a:cxn ang="0">
                <a:pos x="connsiteX3" y="connsiteY3"/>
              </a:cxn>
            </a:cxnLst>
            <a:rect l="l" t="t" r="r" b="b"/>
            <a:pathLst>
              <a:path w="3186869" h="2117853">
                <a:moveTo>
                  <a:pt x="0" y="0"/>
                </a:moveTo>
                <a:lnTo>
                  <a:pt x="3186869" y="0"/>
                </a:lnTo>
                <a:lnTo>
                  <a:pt x="3186869" y="2117853"/>
                </a:lnTo>
                <a:lnTo>
                  <a:pt x="0" y="2117853"/>
                </a:lnTo>
                <a:close/>
              </a:path>
            </a:pathLst>
          </a:custGeom>
          <a:pattFill prst="pct5">
            <a:fgClr>
              <a:schemeClr val="accent1"/>
            </a:fgClr>
            <a:bgClr>
              <a:schemeClr val="bg1"/>
            </a:bgClr>
          </a:pattFill>
          <a:effectLst>
            <a:outerShdw blurRad="520700" dist="152400" dir="5400000" sx="106000" sy="106000" algn="t" rotWithShape="0">
              <a:prstClr val="black">
                <a:alpha val="29000"/>
              </a:prstClr>
            </a:outerShdw>
          </a:effectLst>
        </p:spPr>
        <p:txBody>
          <a:bodyPr wrap="square">
            <a:noAutofit/>
          </a:bodyPr>
          <a:lstStyle>
            <a:lvl1pPr>
              <a:defRPr sz="1200"/>
            </a:lvl1p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8B4F3735-80C8-4360-802B-7326D5AC965D}"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FE2582F1-DAB9-42F1-B3E4-39D86141EACF}" type="slidenum">
              <a:rPr lang="en-US" smtClean="0"/>
            </a:fld>
            <a:endParaRPr lang="en-US"/>
          </a:p>
        </p:txBody>
      </p:sp>
      <p:sp>
        <p:nvSpPr>
          <p:cNvPr id="7" name="矩形 6"/>
          <p:cNvSpPr/>
          <p:nvPr userDrawn="1"/>
        </p:nvSpPr>
        <p:spPr>
          <a:xfrm>
            <a:off x="-511120" y="318593"/>
            <a:ext cx="360000" cy="360000"/>
          </a:xfrm>
          <a:prstGeom prst="rect">
            <a:avLst/>
          </a:prstGeom>
          <a:solidFill>
            <a:srgbClr val="B877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矩形 7"/>
          <p:cNvSpPr/>
          <p:nvPr userDrawn="1"/>
        </p:nvSpPr>
        <p:spPr>
          <a:xfrm>
            <a:off x="-511120" y="808172"/>
            <a:ext cx="360000" cy="360000"/>
          </a:xfrm>
          <a:prstGeom prst="rect">
            <a:avLst/>
          </a:prstGeom>
          <a:solidFill>
            <a:srgbClr val="7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 name="矩形 8"/>
          <p:cNvSpPr/>
          <p:nvPr userDrawn="1"/>
        </p:nvSpPr>
        <p:spPr>
          <a:xfrm>
            <a:off x="-511120" y="1297751"/>
            <a:ext cx="360000" cy="360000"/>
          </a:xfrm>
          <a:prstGeom prst="rect">
            <a:avLst/>
          </a:prstGeom>
          <a:solidFill>
            <a:srgbClr val="CB9C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0" name="矩形 9"/>
          <p:cNvSpPr/>
          <p:nvPr userDrawn="1"/>
        </p:nvSpPr>
        <p:spPr>
          <a:xfrm>
            <a:off x="-511120" y="1787330"/>
            <a:ext cx="360000" cy="360000"/>
          </a:xfrm>
          <a:prstGeom prst="rect">
            <a:avLst/>
          </a:prstGeom>
          <a:solidFill>
            <a:srgbClr val="E5CD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 name="矩形 10"/>
          <p:cNvSpPr/>
          <p:nvPr userDrawn="1"/>
        </p:nvSpPr>
        <p:spPr>
          <a:xfrm>
            <a:off x="-511120" y="2276909"/>
            <a:ext cx="360000" cy="360000"/>
          </a:xfrm>
          <a:prstGeom prst="rect">
            <a:avLst/>
          </a:prstGeom>
          <a:solidFill>
            <a:srgbClr val="F2E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矩形 11"/>
          <p:cNvSpPr/>
          <p:nvPr userDrawn="1"/>
        </p:nvSpPr>
        <p:spPr>
          <a:xfrm>
            <a:off x="-511120" y="2766488"/>
            <a:ext cx="360000" cy="360000"/>
          </a:xfrm>
          <a:prstGeom prst="rect">
            <a:avLst/>
          </a:prstGeom>
          <a:solidFill>
            <a:srgbClr val="7CA4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3" name="矩形 12"/>
          <p:cNvSpPr/>
          <p:nvPr userDrawn="1"/>
        </p:nvSpPr>
        <p:spPr>
          <a:xfrm>
            <a:off x="-511120" y="3256067"/>
            <a:ext cx="360000" cy="360000"/>
          </a:xfrm>
          <a:prstGeom prst="rect">
            <a:avLst/>
          </a:prstGeom>
          <a:solidFill>
            <a:srgbClr val="9FB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矩形 13"/>
          <p:cNvSpPr/>
          <p:nvPr userDrawn="1"/>
        </p:nvSpPr>
        <p:spPr>
          <a:xfrm>
            <a:off x="-511120" y="3745646"/>
            <a:ext cx="360000" cy="360000"/>
          </a:xfrm>
          <a:prstGeom prst="rect">
            <a:avLst/>
          </a:prstGeom>
          <a:solidFill>
            <a:srgbClr val="AEC6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5" name="矩形 14"/>
          <p:cNvSpPr/>
          <p:nvPr userDrawn="1"/>
        </p:nvSpPr>
        <p:spPr>
          <a:xfrm>
            <a:off x="-511120" y="4235225"/>
            <a:ext cx="360000" cy="360000"/>
          </a:xfrm>
          <a:prstGeom prst="rect">
            <a:avLst/>
          </a:prstGeom>
          <a:solidFill>
            <a:srgbClr val="E0E9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6" name="矩形 15"/>
          <p:cNvSpPr/>
          <p:nvPr userDrawn="1"/>
        </p:nvSpPr>
        <p:spPr>
          <a:xfrm>
            <a:off x="-511120" y="4724804"/>
            <a:ext cx="360000" cy="360000"/>
          </a:xfrm>
          <a:prstGeom prst="rect">
            <a:avLst/>
          </a:prstGeom>
          <a:solidFill>
            <a:srgbClr val="C3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7" name="矩形 16"/>
          <p:cNvSpPr/>
          <p:nvPr userDrawn="1"/>
        </p:nvSpPr>
        <p:spPr>
          <a:xfrm>
            <a:off x="-511120" y="5214383"/>
            <a:ext cx="360000" cy="360000"/>
          </a:xfrm>
          <a:prstGeom prst="rect">
            <a:avLst/>
          </a:prstGeom>
          <a:solidFill>
            <a:srgbClr val="E1C2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8" name="矩形 17"/>
          <p:cNvSpPr/>
          <p:nvPr userDrawn="1"/>
        </p:nvSpPr>
        <p:spPr>
          <a:xfrm>
            <a:off x="-511120" y="5703962"/>
            <a:ext cx="360000" cy="360000"/>
          </a:xfrm>
          <a:prstGeom prst="rect">
            <a:avLst/>
          </a:prstGeom>
          <a:solidFill>
            <a:srgbClr val="F0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9" name="矩形 18"/>
          <p:cNvSpPr/>
          <p:nvPr userDrawn="1"/>
        </p:nvSpPr>
        <p:spPr>
          <a:xfrm>
            <a:off x="-511120" y="6193540"/>
            <a:ext cx="360000" cy="360000"/>
          </a:xfrm>
          <a:prstGeom prst="rect">
            <a:avLst/>
          </a:prstGeom>
          <a:solidFill>
            <a:srgbClr val="EADE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image" Target="../media/image4.png"/><Relationship Id="rId19" Type="http://schemas.openxmlformats.org/officeDocument/2006/relationships/notesSlide" Target="../notesSlides/notesSlide2.xml"/><Relationship Id="rId18" Type="http://schemas.openxmlformats.org/officeDocument/2006/relationships/slideLayout" Target="../slideLayouts/slideLayout3.xml"/><Relationship Id="rId17" Type="http://schemas.openxmlformats.org/officeDocument/2006/relationships/image" Target="../media/image9.png"/><Relationship Id="rId16" Type="http://schemas.openxmlformats.org/officeDocument/2006/relationships/tags" Target="../tags/tag14.xml"/><Relationship Id="rId15" Type="http://schemas.openxmlformats.org/officeDocument/2006/relationships/image" Target="../media/image8.jpeg"/><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image" Target="../media/image7.png"/><Relationship Id="rId11" Type="http://schemas.openxmlformats.org/officeDocument/2006/relationships/tags" Target="../tags/tag11.xml"/><Relationship Id="rId10" Type="http://schemas.openxmlformats.org/officeDocument/2006/relationships/image" Target="../media/image6.png"/><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2458085"/>
            <a:ext cx="6764020" cy="583565"/>
          </a:xfrm>
          <a:prstGeom prst="rect">
            <a:avLst/>
          </a:prstGeom>
          <a:noFill/>
        </p:spPr>
        <p:txBody>
          <a:bodyPr wrap="square" rtlCol="0">
            <a:spAutoFit/>
          </a:bodyPr>
          <a:lstStyle/>
          <a:p>
            <a:pPr algn="ctr"/>
            <a:r>
              <a:rPr lang="en-US" altLang="zh-CN" sz="3200" b="1" dirty="0">
                <a:solidFill>
                  <a:schemeClr val="accent1"/>
                </a:solidFill>
                <a:cs typeface="+mn-ea"/>
                <a:sym typeface="+mn-lt"/>
              </a:rPr>
              <a:t>AOG</a:t>
            </a:r>
            <a:r>
              <a:rPr lang="zh-CN" altLang="en-US" sz="3200" b="1" dirty="0">
                <a:solidFill>
                  <a:schemeClr val="accent1"/>
                </a:solidFill>
                <a:cs typeface="+mn-ea"/>
                <a:sym typeface="+mn-lt"/>
              </a:rPr>
              <a:t>排故经验交流</a:t>
            </a:r>
            <a:r>
              <a:rPr lang="zh-CN" altLang="en-US" sz="3200" b="1" dirty="0">
                <a:solidFill>
                  <a:schemeClr val="accent1"/>
                </a:solidFill>
                <a:cs typeface="+mn-ea"/>
                <a:sym typeface="+mn-lt"/>
              </a:rPr>
              <a:t>故障处置</a:t>
            </a:r>
            <a:r>
              <a:rPr lang="en-US" sz="3200" b="1" dirty="0">
                <a:solidFill>
                  <a:schemeClr val="accent1"/>
                </a:solidFill>
                <a:cs typeface="+mn-ea"/>
                <a:sym typeface="+mn-lt"/>
              </a:rPr>
              <a:t> </a:t>
            </a:r>
            <a:endParaRPr lang="en-US" sz="3200" b="1" dirty="0">
              <a:solidFill>
                <a:schemeClr val="accent1"/>
              </a:solidFill>
              <a:cs typeface="+mn-ea"/>
              <a:sym typeface="+mn-lt"/>
            </a:endParaRPr>
          </a:p>
        </p:txBody>
      </p:sp>
      <p:pic>
        <p:nvPicPr>
          <p:cNvPr id="6" name="图片占位符 5" descr="背景图案&#10;&#10;描述已自动生成"/>
          <p:cNvPicPr>
            <a:picLocks noGrp="1" noChangeAspect="1"/>
          </p:cNvPicPr>
          <p:nvPr>
            <p:ph type="pic" sz="quarter" idx="10"/>
          </p:nvPr>
        </p:nvPicPr>
        <p:blipFill rotWithShape="1">
          <a:blip r:embed="rId1" cstate="hqprint"/>
          <a:srcRect t="38" b="38"/>
          <a:stretch>
            <a:fillRect/>
          </a:stretch>
        </p:blipFill>
        <p:spPr/>
      </p:pic>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666196" cy="950198"/>
          </a:xfrm>
          <a:prstGeom prst="rect">
            <a:avLst/>
          </a:prstGeom>
        </p:spPr>
      </p:pic>
      <p:sp>
        <p:nvSpPr>
          <p:cNvPr id="3" name="文本框 2"/>
          <p:cNvSpPr txBox="1"/>
          <p:nvPr/>
        </p:nvSpPr>
        <p:spPr>
          <a:xfrm>
            <a:off x="3531870" y="5530215"/>
            <a:ext cx="4064000" cy="368300"/>
          </a:xfrm>
          <a:prstGeom prst="rect">
            <a:avLst/>
          </a:prstGeom>
          <a:noFill/>
        </p:spPr>
        <p:txBody>
          <a:bodyPr wrap="square" rtlCol="0">
            <a:spAutoFit/>
          </a:bodyPr>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4549140" y="3829685"/>
            <a:ext cx="7472680" cy="2974340"/>
          </a:xfrm>
          <a:prstGeom prst="rect">
            <a:avLst/>
          </a:prstGeom>
          <a:solidFill>
            <a:schemeClr val="accent1">
              <a:lumMod val="40000"/>
              <a:lumOff val="60000"/>
            </a:schemeClr>
          </a:solidFill>
          <a:ln>
            <a:solidFill>
              <a:schemeClr val="tx1"/>
            </a:solidFill>
          </a:ln>
        </p:spPr>
        <p:txBody>
          <a:bodyPr wrap="square" rtlCol="0">
            <a:noAutofit/>
          </a:bodyPr>
          <a:p>
            <a:endParaRPr lang="zh-CN" altLang="en-US"/>
          </a:p>
        </p:txBody>
      </p:sp>
      <p:grpSp>
        <p:nvGrpSpPr>
          <p:cNvPr id="426" name="组合 425"/>
          <p:cNvGrpSpPr/>
          <p:nvPr/>
        </p:nvGrpSpPr>
        <p:grpSpPr>
          <a:xfrm>
            <a:off x="3152140" y="835660"/>
            <a:ext cx="8175513" cy="2658110"/>
            <a:chOff x="202" y="6554"/>
            <a:chExt cx="13160" cy="4186"/>
          </a:xfrm>
        </p:grpSpPr>
        <p:pic>
          <p:nvPicPr>
            <p:cNvPr id="395" name="图片 394"/>
            <p:cNvPicPr>
              <a:picLocks noChangeAspect="1"/>
            </p:cNvPicPr>
            <p:nvPr>
              <p:custDataLst>
                <p:tags r:id="rId1"/>
              </p:custDataLst>
            </p:nvPr>
          </p:nvPicPr>
          <p:blipFill>
            <a:blip r:embed="rId2"/>
            <a:stretch>
              <a:fillRect/>
            </a:stretch>
          </p:blipFill>
          <p:spPr>
            <a:xfrm>
              <a:off x="7088" y="6582"/>
              <a:ext cx="2204" cy="1425"/>
            </a:xfrm>
            <a:prstGeom prst="rect">
              <a:avLst/>
            </a:prstGeom>
          </p:spPr>
        </p:pic>
        <p:sp>
          <p:nvSpPr>
            <p:cNvPr id="397" name="右箭头 396"/>
            <p:cNvSpPr/>
            <p:nvPr/>
          </p:nvSpPr>
          <p:spPr>
            <a:xfrm>
              <a:off x="5971" y="6992"/>
              <a:ext cx="1020" cy="567"/>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8" name="右箭头 397"/>
            <p:cNvSpPr/>
            <p:nvPr/>
          </p:nvSpPr>
          <p:spPr>
            <a:xfrm>
              <a:off x="5953" y="8234"/>
              <a:ext cx="1020" cy="56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9" name="右箭头 398"/>
            <p:cNvSpPr/>
            <p:nvPr/>
          </p:nvSpPr>
          <p:spPr>
            <a:xfrm>
              <a:off x="5911" y="9607"/>
              <a:ext cx="1020" cy="56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0" name="五边形 100"/>
            <p:cNvSpPr/>
            <p:nvPr/>
          </p:nvSpPr>
          <p:spPr>
            <a:xfrm>
              <a:off x="7088" y="8234"/>
              <a:ext cx="2158" cy="630"/>
            </a:xfrm>
            <a:prstGeom prst="roundRect">
              <a:avLst/>
            </a:prstGeom>
            <a:solidFill>
              <a:schemeClr val="accent1"/>
            </a:solidFill>
            <a:ln w="285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r>
                <a:rPr lang="en-US" altLang="zh-CN" sz="1600" b="1" dirty="0">
                  <a:solidFill>
                    <a:schemeClr val="bg1"/>
                  </a:solidFill>
                  <a:latin typeface="微软雅黑" panose="020B0503020204020204" pitchFamily="34" charset="-122"/>
                  <a:ea typeface="微软雅黑" panose="020B0503020204020204" pitchFamily="34" charset="-122"/>
                  <a:sym typeface="+mn-ea"/>
                </a:rPr>
                <a:t>M</a:t>
              </a:r>
              <a:r>
                <a:rPr lang="zh-CN" altLang="en-US" sz="1600" b="1" dirty="0">
                  <a:solidFill>
                    <a:schemeClr val="bg1"/>
                  </a:solidFill>
                  <a:latin typeface="微软雅黑" panose="020B0503020204020204" pitchFamily="34" charset="-122"/>
                  <a:ea typeface="微软雅黑" panose="020B0503020204020204" pitchFamily="34" charset="-122"/>
                  <a:sym typeface="+mn-ea"/>
                </a:rPr>
                <a:t>项工装</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401" name="五边形 100"/>
            <p:cNvSpPr/>
            <p:nvPr/>
          </p:nvSpPr>
          <p:spPr>
            <a:xfrm>
              <a:off x="7134" y="9142"/>
              <a:ext cx="2158" cy="630"/>
            </a:xfrm>
            <a:prstGeom prst="roundRect">
              <a:avLst/>
            </a:prstGeom>
            <a:solidFill>
              <a:schemeClr val="accent1"/>
            </a:solidFill>
            <a:ln w="285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飞机潜力</a:t>
              </a:r>
              <a:r>
                <a:rPr lang="en-US" altLang="zh-CN" sz="1600" b="1" dirty="0">
                  <a:solidFill>
                    <a:schemeClr val="bg1"/>
                  </a:solidFill>
                  <a:latin typeface="微软雅黑" panose="020B0503020204020204" pitchFamily="34" charset="-122"/>
                  <a:ea typeface="微软雅黑" panose="020B0503020204020204" pitchFamily="34" charset="-122"/>
                </a:rPr>
                <a:t>”</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402" name="五边形 100"/>
            <p:cNvSpPr/>
            <p:nvPr/>
          </p:nvSpPr>
          <p:spPr>
            <a:xfrm>
              <a:off x="7105" y="9936"/>
              <a:ext cx="2251" cy="630"/>
            </a:xfrm>
            <a:prstGeom prst="roundRect">
              <a:avLst/>
            </a:prstGeom>
            <a:solidFill>
              <a:schemeClr val="accent1"/>
            </a:solidFill>
            <a:ln w="285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r>
                <a:rPr lang="zh-CN" altLang="en-US" sz="1400" b="1" dirty="0">
                  <a:solidFill>
                    <a:schemeClr val="bg1"/>
                  </a:solidFill>
                  <a:latin typeface="微软雅黑" panose="020B0503020204020204" pitchFamily="34" charset="-122"/>
                  <a:ea typeface="微软雅黑" panose="020B0503020204020204" pitchFamily="34" charset="-122"/>
                </a:rPr>
                <a:t>航材</a:t>
              </a:r>
              <a:r>
                <a:rPr lang="en-US" altLang="zh-CN" sz="1400" b="1" dirty="0">
                  <a:solidFill>
                    <a:schemeClr val="bg1"/>
                  </a:solidFill>
                  <a:latin typeface="微软雅黑" panose="020B0503020204020204" pitchFamily="34" charset="-122"/>
                  <a:ea typeface="微软雅黑" panose="020B0503020204020204" pitchFamily="34" charset="-122"/>
                </a:rPr>
                <a:t>AOG</a:t>
              </a:r>
              <a:r>
                <a:rPr lang="zh-CN" altLang="en-US" sz="1400" b="1" dirty="0">
                  <a:solidFill>
                    <a:schemeClr val="bg1"/>
                  </a:solidFill>
                  <a:latin typeface="微软雅黑" panose="020B0503020204020204" pitchFamily="34" charset="-122"/>
                  <a:ea typeface="微软雅黑" panose="020B0503020204020204" pitchFamily="34" charset="-122"/>
                </a:rPr>
                <a:t>保障</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408" name="右箭头 407"/>
            <p:cNvSpPr/>
            <p:nvPr/>
          </p:nvSpPr>
          <p:spPr>
            <a:xfrm>
              <a:off x="9370" y="8296"/>
              <a:ext cx="1020" cy="56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9" name="右箭头 408"/>
            <p:cNvSpPr/>
            <p:nvPr/>
          </p:nvSpPr>
          <p:spPr>
            <a:xfrm>
              <a:off x="9370" y="9182"/>
              <a:ext cx="1020" cy="56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2" name="五边形 100"/>
            <p:cNvSpPr/>
            <p:nvPr/>
          </p:nvSpPr>
          <p:spPr>
            <a:xfrm>
              <a:off x="10390" y="8235"/>
              <a:ext cx="2972" cy="648"/>
            </a:xfrm>
            <a:prstGeom prst="roundRect">
              <a:avLst/>
            </a:prstGeom>
            <a:solidFill>
              <a:schemeClr val="accent1"/>
            </a:solidFill>
            <a:ln w="285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r>
                <a:rPr lang="zh-CN" altLang="en-US" sz="1400" b="1" dirty="0">
                  <a:solidFill>
                    <a:schemeClr val="bg1"/>
                  </a:solidFill>
                  <a:latin typeface="微软雅黑" panose="020B0503020204020204" pitchFamily="34" charset="-122"/>
                  <a:ea typeface="微软雅黑" panose="020B0503020204020204" pitchFamily="34" charset="-122"/>
                </a:rPr>
                <a:t>随机必要性分析</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413" name="五边形 100"/>
            <p:cNvSpPr/>
            <p:nvPr/>
          </p:nvSpPr>
          <p:spPr>
            <a:xfrm>
              <a:off x="10391" y="9100"/>
              <a:ext cx="2971" cy="648"/>
            </a:xfrm>
            <a:prstGeom prst="roundRect">
              <a:avLst/>
            </a:prstGeom>
            <a:solidFill>
              <a:schemeClr val="accent1"/>
            </a:solidFill>
            <a:ln w="285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r>
                <a:rPr lang="zh-CN" altLang="en-US" sz="1400" b="1" dirty="0">
                  <a:solidFill>
                    <a:schemeClr val="bg1"/>
                  </a:solidFill>
                  <a:latin typeface="微软雅黑" panose="020B0503020204020204" pitchFamily="34" charset="-122"/>
                  <a:ea typeface="微软雅黑" panose="020B0503020204020204" pitchFamily="34" charset="-122"/>
                </a:rPr>
                <a:t>部件对串策略</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419" name="文本框 418"/>
            <p:cNvSpPr txBox="1"/>
            <p:nvPr/>
          </p:nvSpPr>
          <p:spPr>
            <a:xfrm>
              <a:off x="202" y="6554"/>
              <a:ext cx="5656" cy="4186"/>
            </a:xfrm>
            <a:prstGeom prst="rect">
              <a:avLst/>
            </a:prstGeom>
            <a:noFill/>
            <a:ln>
              <a:solidFill>
                <a:schemeClr val="tx1"/>
              </a:solidFill>
            </a:ln>
          </p:spPr>
          <p:txBody>
            <a:bodyPr wrap="square" lIns="0" tIns="36000" rIns="216000" bIns="36000" rtlCol="0">
              <a:noAutofit/>
            </a:bodyPr>
            <a:p>
              <a:pPr>
                <a:lnSpc>
                  <a:spcPct val="130000"/>
                </a:lnSpc>
                <a:spcBef>
                  <a:spcPts val="1000"/>
                </a:spcBef>
              </a:pPr>
              <a:endParaRPr lang="zh-CN" altLang="en-US" sz="1400" b="1" dirty="0" smtClean="0">
                <a:latin typeface="华文仿宋" panose="02010600040101010101" pitchFamily="2" charset="-122"/>
                <a:ea typeface="华文仿宋" panose="02010600040101010101" pitchFamily="2" charset="-122"/>
              </a:endParaRPr>
            </a:p>
          </p:txBody>
        </p:sp>
      </p:grpSp>
      <p:grpSp>
        <p:nvGrpSpPr>
          <p:cNvPr id="24" name="组合 23"/>
          <p:cNvGrpSpPr/>
          <p:nvPr/>
        </p:nvGrpSpPr>
        <p:grpSpPr>
          <a:xfrm>
            <a:off x="5037234" y="1113774"/>
            <a:ext cx="5548747" cy="2301034"/>
            <a:chOff x="3363" y="6992"/>
            <a:chExt cx="8801" cy="3624"/>
          </a:xfrm>
        </p:grpSpPr>
        <p:sp>
          <p:nvSpPr>
            <p:cNvPr id="31" name="矩形 30"/>
            <p:cNvSpPr/>
            <p:nvPr>
              <p:custDataLst>
                <p:tags r:id="rId3"/>
              </p:custDataLst>
            </p:nvPr>
          </p:nvSpPr>
          <p:spPr>
            <a:xfrm>
              <a:off x="3363" y="6992"/>
              <a:ext cx="2428" cy="675"/>
            </a:xfrm>
            <a:prstGeom prst="rec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lIns="144000" rtlCol="0" anchor="ctr"/>
            <a:p>
              <a:r>
                <a:rPr lang="en-US" altLang="zh-CN" sz="1600" b="1" spc="100" dirty="0">
                  <a:solidFill>
                    <a:srgbClr val="FFFFFF"/>
                  </a:solidFill>
                </a:rPr>
                <a:t>MEL,</a:t>
              </a:r>
              <a:r>
                <a:rPr lang="zh-CN" altLang="en-US" sz="1600" b="1" spc="100" dirty="0">
                  <a:solidFill>
                    <a:srgbClr val="FFFFFF"/>
                  </a:solidFill>
                </a:rPr>
                <a:t>有</a:t>
              </a:r>
              <a:r>
                <a:rPr lang="en-US" altLang="zh-CN" sz="1600" b="1" spc="100" dirty="0">
                  <a:solidFill>
                    <a:srgbClr val="FFFFFF"/>
                  </a:solidFill>
                </a:rPr>
                <a:t>M</a:t>
              </a:r>
              <a:r>
                <a:rPr lang="zh-CN" altLang="en-US" sz="1600" b="1" spc="100" dirty="0">
                  <a:solidFill>
                    <a:srgbClr val="FFFFFF"/>
                  </a:solidFill>
                </a:rPr>
                <a:t>项</a:t>
              </a:r>
              <a:r>
                <a:rPr lang="en-US" altLang="zh-CN" sz="1800" b="1" spc="100" dirty="0">
                  <a:solidFill>
                    <a:srgbClr val="FFFFFF"/>
                  </a:solidFill>
                </a:rPr>
                <a:t> </a:t>
              </a:r>
              <a:endParaRPr lang="en-US" altLang="zh-CN" sz="1800" b="1" spc="100" dirty="0">
                <a:solidFill>
                  <a:srgbClr val="FFFFFF"/>
                </a:solidFill>
              </a:endParaRPr>
            </a:p>
          </p:txBody>
        </p:sp>
        <p:sp>
          <p:nvSpPr>
            <p:cNvPr id="32" name="矩形 31"/>
            <p:cNvSpPr/>
            <p:nvPr>
              <p:custDataLst>
                <p:tags r:id="rId4"/>
              </p:custDataLst>
            </p:nvPr>
          </p:nvSpPr>
          <p:spPr>
            <a:xfrm>
              <a:off x="3363" y="8188"/>
              <a:ext cx="2428" cy="675"/>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lIns="144000" rtlCol="0" anchor="ctr"/>
            <a:p>
              <a:r>
                <a:rPr lang="en-US" altLang="zh-CN" sz="1600" b="1" spc="100" dirty="0">
                  <a:solidFill>
                    <a:srgbClr val="FFFFFF"/>
                  </a:solidFill>
                </a:rPr>
                <a:t>MEL,</a:t>
              </a:r>
              <a:r>
                <a:rPr lang="zh-CN" altLang="en-US" sz="1600" b="1" spc="100" dirty="0">
                  <a:solidFill>
                    <a:srgbClr val="FFFFFF"/>
                  </a:solidFill>
                </a:rPr>
                <a:t>需工装</a:t>
              </a:r>
              <a:r>
                <a:rPr lang="en-US" altLang="zh-CN" sz="1800" b="1" spc="100" dirty="0">
                  <a:solidFill>
                    <a:srgbClr val="FFFFFF"/>
                  </a:solidFill>
                </a:rPr>
                <a:t> </a:t>
              </a:r>
              <a:endParaRPr lang="en-US" altLang="zh-CN" sz="1800" b="1" spc="100" dirty="0">
                <a:solidFill>
                  <a:srgbClr val="FFFFFF"/>
                </a:solidFill>
              </a:endParaRPr>
            </a:p>
          </p:txBody>
        </p:sp>
        <p:sp>
          <p:nvSpPr>
            <p:cNvPr id="33" name="矩形 32"/>
            <p:cNvSpPr/>
            <p:nvPr>
              <p:custDataLst>
                <p:tags r:id="rId5"/>
              </p:custDataLst>
            </p:nvPr>
          </p:nvSpPr>
          <p:spPr>
            <a:xfrm>
              <a:off x="3363" y="9523"/>
              <a:ext cx="2428" cy="675"/>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lIns="144000" rtlCol="0" anchor="ctr"/>
            <a:p>
              <a:r>
                <a:rPr lang="en-US" altLang="zh-CN" sz="1600" b="1" spc="100" dirty="0">
                  <a:solidFill>
                    <a:srgbClr val="FFFFFF"/>
                  </a:solidFill>
                </a:rPr>
                <a:t>FDE,</a:t>
              </a:r>
              <a:r>
                <a:rPr lang="en-US" sz="1600" b="1" spc="100" dirty="0">
                  <a:solidFill>
                    <a:srgbClr val="FF0000"/>
                  </a:solidFill>
                </a:rPr>
                <a:t>NO GO</a:t>
              </a:r>
              <a:r>
                <a:rPr lang="en-US" altLang="zh-CN" sz="1400" b="1" spc="100" dirty="0">
                  <a:solidFill>
                    <a:srgbClr val="FF0000"/>
                  </a:solidFill>
                </a:rPr>
                <a:t> </a:t>
              </a:r>
              <a:endParaRPr lang="en-US" altLang="zh-CN" sz="1400" b="1" spc="100" dirty="0">
                <a:solidFill>
                  <a:srgbClr val="FF0000"/>
                </a:solidFill>
              </a:endParaRPr>
            </a:p>
          </p:txBody>
        </p:sp>
        <p:sp>
          <p:nvSpPr>
            <p:cNvPr id="35" name="矩形 34"/>
            <p:cNvSpPr/>
            <p:nvPr>
              <p:custDataLst>
                <p:tags r:id="rId6"/>
              </p:custDataLst>
            </p:nvPr>
          </p:nvSpPr>
          <p:spPr>
            <a:xfrm>
              <a:off x="7105" y="7705"/>
              <a:ext cx="2187" cy="370"/>
            </a:xfrm>
            <a:prstGeom prst="rec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lIns="144000" rtlCol="0" anchor="ctr"/>
            <a:p>
              <a:r>
                <a:rPr lang="zh-CN" altLang="en-US" sz="1000" b="1" spc="1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常见</a:t>
              </a:r>
              <a:r>
                <a:rPr lang="en-US" altLang="zh-CN" sz="1000" b="1" spc="1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M</a:t>
              </a:r>
              <a:r>
                <a:rPr lang="zh-CN" altLang="en-US" sz="1000" b="1" spc="1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项操作指南</a:t>
              </a:r>
              <a:endParaRPr lang="zh-CN" altLang="en-US" sz="1000" b="1" spc="1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左中括号 37"/>
            <p:cNvSpPr/>
            <p:nvPr/>
          </p:nvSpPr>
          <p:spPr>
            <a:xfrm>
              <a:off x="7070" y="9142"/>
              <a:ext cx="119" cy="1474"/>
            </a:xfrm>
            <a:prstGeom prst="leftBracke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3" name="右箭头 42"/>
            <p:cNvSpPr/>
            <p:nvPr/>
          </p:nvSpPr>
          <p:spPr>
            <a:xfrm>
              <a:off x="9373" y="6992"/>
              <a:ext cx="1020" cy="567"/>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 name="任意多边形: 形状 25"/>
            <p:cNvSpPr/>
            <p:nvPr>
              <p:custDataLst>
                <p:tags r:id="rId7"/>
              </p:custDataLst>
            </p:nvPr>
          </p:nvSpPr>
          <p:spPr>
            <a:xfrm>
              <a:off x="10392" y="7024"/>
              <a:ext cx="1772" cy="535"/>
            </a:xfrm>
            <a:custGeom>
              <a:avLst/>
              <a:gdLst>
                <a:gd name="connsiteX0" fmla="*/ 0 w 1621155"/>
                <a:gd name="connsiteY0" fmla="*/ 0 h 185420"/>
                <a:gd name="connsiteX1" fmla="*/ 1528445 w 1621155"/>
                <a:gd name="connsiteY1" fmla="*/ 0 h 185420"/>
                <a:gd name="connsiteX2" fmla="*/ 1621155 w 1621155"/>
                <a:gd name="connsiteY2" fmla="*/ 92710 h 185420"/>
                <a:gd name="connsiteX3" fmla="*/ 1528445 w 1621155"/>
                <a:gd name="connsiteY3" fmla="*/ 185420 h 185420"/>
                <a:gd name="connsiteX4" fmla="*/ 0 w 1621155"/>
                <a:gd name="connsiteY4" fmla="*/ 185420 h 185420"/>
                <a:gd name="connsiteX5" fmla="*/ 92710 w 1621155"/>
                <a:gd name="connsiteY5" fmla="*/ 92710 h 185420"/>
                <a:gd name="connsiteX6" fmla="*/ 0 w 1621155"/>
                <a:gd name="connsiteY6" fmla="*/ 0 h 185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1155" h="185420">
                  <a:moveTo>
                    <a:pt x="0" y="0"/>
                  </a:moveTo>
                  <a:lnTo>
                    <a:pt x="1528445" y="0"/>
                  </a:lnTo>
                  <a:lnTo>
                    <a:pt x="1621155" y="92710"/>
                  </a:lnTo>
                  <a:lnTo>
                    <a:pt x="1528445" y="185420"/>
                  </a:lnTo>
                  <a:lnTo>
                    <a:pt x="0" y="185420"/>
                  </a:lnTo>
                  <a:lnTo>
                    <a:pt x="92710" y="92710"/>
                  </a:lnTo>
                  <a:lnTo>
                    <a:pt x="0" y="0"/>
                  </a:lnTo>
                  <a:close/>
                </a:path>
              </a:pathLst>
            </a:custGeom>
            <a:gradFill>
              <a:gsLst>
                <a:gs pos="100000">
                  <a:schemeClr val="accent2">
                    <a:lumMod val="85000"/>
                    <a:lumOff val="15000"/>
                    <a:alpha val="100000"/>
                  </a:schemeClr>
                </a:gs>
                <a:gs pos="0">
                  <a:schemeClr val="accent2">
                    <a:alpha val="100000"/>
                  </a:schemeClr>
                </a:gs>
              </a:gsLst>
              <a:lin ang="6780000" scaled="0"/>
            </a:gra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pPr algn="ctr"/>
              <a:r>
                <a:rPr lang="zh-CN" altLang="en-US" sz="1400" b="1">
                  <a:solidFill>
                    <a:srgbClr val="FFFFFF"/>
                  </a:solidFill>
                </a:rPr>
                <a:t>高效</a:t>
              </a:r>
              <a:r>
                <a:rPr lang="zh-CN" altLang="en-US" sz="1400" b="1">
                  <a:solidFill>
                    <a:srgbClr val="FFFFFF"/>
                  </a:solidFill>
                </a:rPr>
                <a:t>处置</a:t>
              </a:r>
              <a:endParaRPr lang="zh-CN" altLang="en-US" sz="1400" b="1">
                <a:solidFill>
                  <a:srgbClr val="FFFFFF"/>
                </a:solidFill>
              </a:endParaRPr>
            </a:p>
          </p:txBody>
        </p:sp>
      </p:grpSp>
      <p:pic>
        <p:nvPicPr>
          <p:cNvPr id="431" name="图片 430" descr="飞机"/>
          <p:cNvPicPr>
            <a:picLocks noChangeAspect="1"/>
          </p:cNvPicPr>
          <p:nvPr>
            <p:custDataLst>
              <p:tags r:id="rId8"/>
            </p:custDataLst>
          </p:nvPr>
        </p:nvPicPr>
        <p:blipFill>
          <a:blip/>
          <a:stretch>
            <a:fillRect/>
          </a:stretch>
        </p:blipFill>
        <p:spPr>
          <a:xfrm>
            <a:off x="10594340" y="974090"/>
            <a:ext cx="568325" cy="568325"/>
          </a:xfrm>
          <a:prstGeom prst="rect">
            <a:avLst/>
          </a:prstGeom>
        </p:spPr>
      </p:pic>
      <p:sp>
        <p:nvSpPr>
          <p:cNvPr id="46" name="右箭头 45"/>
          <p:cNvSpPr/>
          <p:nvPr/>
        </p:nvSpPr>
        <p:spPr>
          <a:xfrm>
            <a:off x="8874335" y="3001645"/>
            <a:ext cx="633664" cy="360045"/>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47" name="图片 46"/>
          <p:cNvPicPr>
            <a:picLocks noChangeAspect="1"/>
          </p:cNvPicPr>
          <p:nvPr/>
        </p:nvPicPr>
        <p:blipFill>
          <a:blip r:embed="rId9"/>
          <a:stretch>
            <a:fillRect/>
          </a:stretch>
        </p:blipFill>
        <p:spPr>
          <a:xfrm>
            <a:off x="3178175" y="853440"/>
            <a:ext cx="1757680" cy="2561590"/>
          </a:xfrm>
          <a:prstGeom prst="rect">
            <a:avLst/>
          </a:prstGeom>
        </p:spPr>
      </p:pic>
      <p:sp>
        <p:nvSpPr>
          <p:cNvPr id="48" name="五边形 100"/>
          <p:cNvSpPr/>
          <p:nvPr/>
        </p:nvSpPr>
        <p:spPr>
          <a:xfrm>
            <a:off x="9507220" y="2995295"/>
            <a:ext cx="1827530" cy="411480"/>
          </a:xfrm>
          <a:prstGeom prst="roundRect">
            <a:avLst/>
          </a:prstGeom>
          <a:solidFill>
            <a:schemeClr val="accent1"/>
          </a:solidFill>
          <a:ln w="285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r>
              <a:rPr lang="zh-CN" altLang="en-US" sz="1200" b="1" dirty="0">
                <a:solidFill>
                  <a:schemeClr val="bg1"/>
                </a:solidFill>
                <a:latin typeface="微软雅黑" panose="020B0503020204020204" pitchFamily="34" charset="-122"/>
                <a:ea typeface="微软雅黑" panose="020B0503020204020204" pitchFamily="34" charset="-122"/>
              </a:rPr>
              <a:t>洲际航材</a:t>
            </a:r>
            <a:r>
              <a:rPr lang="zh-CN" altLang="en-US" sz="1200" b="1" dirty="0">
                <a:solidFill>
                  <a:schemeClr val="bg1"/>
                </a:solidFill>
                <a:latin typeface="微软雅黑" panose="020B0503020204020204" pitchFamily="34" charset="-122"/>
                <a:ea typeface="微软雅黑" panose="020B0503020204020204" pitchFamily="34" charset="-122"/>
              </a:rPr>
              <a:t>区域保障中心</a:t>
            </a:r>
            <a:endParaRPr lang="zh-CN" altLang="en-US" sz="1200" b="1" dirty="0">
              <a:solidFill>
                <a:schemeClr val="bg1"/>
              </a:solidFill>
              <a:latin typeface="微软雅黑" panose="020B0503020204020204" pitchFamily="34" charset="-122"/>
              <a:ea typeface="微软雅黑" panose="020B0503020204020204" pitchFamily="34" charset="-122"/>
            </a:endParaRPr>
          </a:p>
          <a:p>
            <a:pPr algn="ctr"/>
            <a:r>
              <a:rPr lang="zh-CN" altLang="en-US" sz="1200" b="1" dirty="0">
                <a:solidFill>
                  <a:schemeClr val="bg1"/>
                </a:solidFill>
                <a:latin typeface="微软雅黑" panose="020B0503020204020204" pitchFamily="34" charset="-122"/>
                <a:ea typeface="微软雅黑" panose="020B0503020204020204" pitchFamily="34" charset="-122"/>
              </a:rPr>
              <a:t>（米兰</a:t>
            </a:r>
            <a:r>
              <a:rPr lang="en-US" altLang="zh-CN" sz="1200" b="1" dirty="0">
                <a:solidFill>
                  <a:schemeClr val="bg1"/>
                </a:solidFill>
                <a:latin typeface="微软雅黑" panose="020B0503020204020204" pitchFamily="34" charset="-122"/>
                <a:ea typeface="微软雅黑" panose="020B0503020204020204" pitchFamily="34" charset="-122"/>
              </a:rPr>
              <a:t>/</a:t>
            </a:r>
            <a:r>
              <a:rPr lang="zh-CN" altLang="en-US" sz="1200" b="1" dirty="0">
                <a:solidFill>
                  <a:schemeClr val="bg1"/>
                </a:solidFill>
                <a:latin typeface="微软雅黑" panose="020B0503020204020204" pitchFamily="34" charset="-122"/>
                <a:ea typeface="微软雅黑" panose="020B0503020204020204" pitchFamily="34" charset="-122"/>
              </a:rPr>
              <a:t>墨尔本）</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416" name="文本框 415"/>
          <p:cNvSpPr txBox="1"/>
          <p:nvPr/>
        </p:nvSpPr>
        <p:spPr>
          <a:xfrm>
            <a:off x="368300" y="3997960"/>
            <a:ext cx="1993265" cy="2620010"/>
          </a:xfrm>
          <a:prstGeom prst="rect">
            <a:avLst/>
          </a:prstGeom>
          <a:solidFill>
            <a:schemeClr val="accent1">
              <a:lumMod val="20000"/>
              <a:lumOff val="80000"/>
            </a:schemeClr>
          </a:solidFill>
        </p:spPr>
        <p:txBody>
          <a:bodyPr wrap="square" lIns="0" tIns="36000" rIns="216000" bIns="36000" rtlCol="0">
            <a:noAutofit/>
          </a:bodyPr>
          <a:p>
            <a:pPr>
              <a:lnSpc>
                <a:spcPct val="130000"/>
              </a:lnSpc>
              <a:spcBef>
                <a:spcPts val="1000"/>
              </a:spcBef>
            </a:pPr>
            <a:endParaRPr lang="zh-CN" altLang="en-US" sz="1400" b="1" dirty="0" smtClean="0">
              <a:latin typeface="华文仿宋" panose="02010600040101010101" pitchFamily="2" charset="-122"/>
              <a:ea typeface="华文仿宋" panose="02010600040101010101" pitchFamily="2" charset="-122"/>
            </a:endParaRPr>
          </a:p>
        </p:txBody>
      </p:sp>
      <p:pic>
        <p:nvPicPr>
          <p:cNvPr id="2" name="图片 1"/>
          <p:cNvPicPr>
            <a:picLocks noChangeAspect="1"/>
          </p:cNvPicPr>
          <p:nvPr/>
        </p:nvPicPr>
        <p:blipFill>
          <a:blip r:embed="rId10"/>
          <a:srcRect r="2228"/>
          <a:stretch>
            <a:fillRect/>
          </a:stretch>
        </p:blipFill>
        <p:spPr>
          <a:xfrm>
            <a:off x="9002395" y="3876040"/>
            <a:ext cx="2981325" cy="2907665"/>
          </a:xfrm>
          <a:prstGeom prst="rect">
            <a:avLst/>
          </a:prstGeom>
          <a:ln w="19050">
            <a:solidFill>
              <a:schemeClr val="accent1"/>
            </a:solidFill>
          </a:ln>
        </p:spPr>
      </p:pic>
      <p:grpSp>
        <p:nvGrpSpPr>
          <p:cNvPr id="13" name="组合 12"/>
          <p:cNvGrpSpPr/>
          <p:nvPr/>
        </p:nvGrpSpPr>
        <p:grpSpPr>
          <a:xfrm>
            <a:off x="355600" y="3829685"/>
            <a:ext cx="3957955" cy="2952750"/>
            <a:chOff x="560" y="6115"/>
            <a:chExt cx="6233" cy="4650"/>
          </a:xfrm>
        </p:grpSpPr>
        <p:sp>
          <p:nvSpPr>
            <p:cNvPr id="421" name="文本框 420"/>
            <p:cNvSpPr txBox="1"/>
            <p:nvPr/>
          </p:nvSpPr>
          <p:spPr>
            <a:xfrm>
              <a:off x="560" y="6115"/>
              <a:ext cx="6233" cy="4650"/>
            </a:xfrm>
            <a:prstGeom prst="rect">
              <a:avLst/>
            </a:prstGeom>
            <a:noFill/>
            <a:ln w="9525">
              <a:solidFill>
                <a:schemeClr val="tx1"/>
              </a:solidFill>
            </a:ln>
          </p:spPr>
          <p:txBody>
            <a:bodyPr wrap="square" lIns="0" tIns="36000" rIns="216000" bIns="36000" rtlCol="0">
              <a:noAutofit/>
            </a:bodyPr>
            <a:p>
              <a:pPr>
                <a:lnSpc>
                  <a:spcPct val="130000"/>
                </a:lnSpc>
                <a:spcBef>
                  <a:spcPts val="1000"/>
                </a:spcBef>
              </a:pPr>
              <a:endParaRPr lang="zh-CN" altLang="en-US" sz="1400" b="1" dirty="0" smtClean="0">
                <a:latin typeface="华文仿宋" panose="02010600040101010101" pitchFamily="2" charset="-122"/>
                <a:ea typeface="华文仿宋" panose="02010600040101010101" pitchFamily="2" charset="-122"/>
              </a:endParaRPr>
            </a:p>
          </p:txBody>
        </p:sp>
        <p:pic>
          <p:nvPicPr>
            <p:cNvPr id="407" name="图片 406"/>
            <p:cNvPicPr>
              <a:picLocks noChangeAspect="1"/>
            </p:cNvPicPr>
            <p:nvPr>
              <p:custDataLst>
                <p:tags r:id="rId11"/>
              </p:custDataLst>
            </p:nvPr>
          </p:nvPicPr>
          <p:blipFill>
            <a:blip r:embed="rId12"/>
            <a:stretch>
              <a:fillRect/>
            </a:stretch>
          </p:blipFill>
          <p:spPr>
            <a:xfrm>
              <a:off x="581" y="6216"/>
              <a:ext cx="3201" cy="2220"/>
            </a:xfrm>
            <a:prstGeom prst="rect">
              <a:avLst/>
            </a:prstGeom>
          </p:spPr>
        </p:pic>
        <p:sp>
          <p:nvSpPr>
            <p:cNvPr id="420" name="矩形 419"/>
            <p:cNvSpPr/>
            <p:nvPr>
              <p:custDataLst>
                <p:tags r:id="rId13"/>
              </p:custDataLst>
            </p:nvPr>
          </p:nvSpPr>
          <p:spPr>
            <a:xfrm>
              <a:off x="3836" y="6215"/>
              <a:ext cx="2868" cy="4496"/>
            </a:xfrm>
            <a:prstGeom prst="rect">
              <a:avLst/>
            </a:prstGeom>
            <a:solidFill>
              <a:schemeClr val="accent4"/>
            </a:solidFill>
            <a:ln>
              <a:noFill/>
            </a:ln>
          </p:spPr>
          <p:style>
            <a:lnRef idx="2">
              <a:schemeClr val="accent1">
                <a:lumMod val="75000"/>
              </a:schemeClr>
            </a:lnRef>
            <a:fillRef idx="1">
              <a:schemeClr val="accent1"/>
            </a:fillRef>
            <a:effectRef idx="0">
              <a:srgbClr val="FFFFFF"/>
            </a:effectRef>
            <a:fontRef idx="minor">
              <a:schemeClr val="lt1"/>
            </a:fontRef>
          </p:style>
          <p:txBody>
            <a:bodyPr lIns="144000" rtlCol="0" anchor="ctr"/>
            <a:p>
              <a:pPr marL="171450" indent="-171450">
                <a:lnSpc>
                  <a:spcPct val="150000"/>
                </a:lnSpc>
                <a:buFont typeface="Wingdings" panose="05000000000000000000" charset="0"/>
                <a:buChar char="Ø"/>
              </a:pPr>
              <a:r>
                <a:rPr lang="zh-CN" altLang="en-US" sz="1200" b="1" spc="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随机器材包：</a:t>
              </a:r>
              <a:endParaRPr lang="zh-CN" altLang="en-US" sz="1200" b="1" spc="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nSpc>
                  <a:spcPct val="150000"/>
                </a:lnSpc>
                <a:buFont typeface="Arial" panose="020B0604020202020204" pitchFamily="34" charset="0"/>
                <a:buChar char="•"/>
              </a:pPr>
              <a:r>
                <a:rPr lang="zh-CN" altLang="en-US" sz="1200" spc="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工装</a:t>
              </a:r>
              <a:r>
                <a:rPr lang="en-US" altLang="zh-CN" sz="1200" spc="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spc="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项：评估</a:t>
              </a:r>
              <a:r>
                <a:rPr lang="en-US" altLang="zh-CN" sz="1200" spc="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MEL</a:t>
              </a:r>
              <a:r>
                <a:rPr lang="zh-CN" altLang="en-US" sz="1200" spc="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中的放行工装</a:t>
              </a:r>
              <a:endParaRPr lang="zh-CN" altLang="en-US" sz="1200" spc="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nSpc>
                  <a:spcPct val="150000"/>
                </a:lnSpc>
                <a:buFont typeface="Arial" panose="020B0604020202020204" pitchFamily="34" charset="0"/>
                <a:buChar char="•"/>
              </a:pPr>
              <a:r>
                <a:rPr lang="zh-CN" altLang="en-US" sz="1200" spc="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航材</a:t>
              </a:r>
              <a:r>
                <a:rPr lang="en-US" altLang="zh-CN" sz="1200" spc="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39</a:t>
              </a:r>
              <a:r>
                <a:rPr lang="zh-CN" altLang="en-US" sz="1200" spc="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项：盖板螺钉及配合洲际航材库保障的耗材；</a:t>
              </a:r>
              <a:endParaRPr lang="zh-CN" altLang="en-US" sz="1200" spc="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nSpc>
                  <a:spcPct val="150000"/>
                </a:lnSpc>
                <a:buFont typeface="Arial" panose="020B0604020202020204" pitchFamily="34" charset="0"/>
                <a:buChar char="•"/>
              </a:pPr>
              <a:r>
                <a:rPr lang="zh-CN" altLang="en-US" sz="1200" spc="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工具</a:t>
              </a:r>
              <a:r>
                <a:rPr lang="en-US" altLang="zh-CN" sz="1200" spc="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200" spc="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项：螺刀头、砂纸、内六角等；</a:t>
              </a:r>
              <a:endParaRPr lang="zh-CN" altLang="en-US" sz="1200" spc="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 name="图片 6"/>
            <p:cNvPicPr>
              <a:picLocks noChangeAspect="1"/>
            </p:cNvPicPr>
            <p:nvPr>
              <p:custDataLst>
                <p:tags r:id="rId14"/>
              </p:custDataLst>
            </p:nvPr>
          </p:nvPicPr>
          <p:blipFill>
            <a:blip r:embed="rId15" cstate="print">
              <a:extLst>
                <a:ext uri="{28A0092B-C50C-407E-A947-70E740481C1C}">
                  <a14:useLocalDpi xmlns:a14="http://schemas.microsoft.com/office/drawing/2010/main" val="0"/>
                </a:ext>
              </a:extLst>
            </a:blip>
            <a:stretch>
              <a:fillRect/>
            </a:stretch>
          </p:blipFill>
          <p:spPr>
            <a:xfrm flipH="1">
              <a:off x="581" y="8429"/>
              <a:ext cx="3201" cy="2303"/>
            </a:xfrm>
            <a:prstGeom prst="rect">
              <a:avLst/>
            </a:prstGeom>
          </p:spPr>
        </p:pic>
        <p:sp>
          <p:nvSpPr>
            <p:cNvPr id="8" name="文本框 7"/>
            <p:cNvSpPr txBox="1"/>
            <p:nvPr/>
          </p:nvSpPr>
          <p:spPr>
            <a:xfrm>
              <a:off x="626" y="10158"/>
              <a:ext cx="2645" cy="552"/>
            </a:xfrm>
            <a:prstGeom prst="rect">
              <a:avLst/>
            </a:prstGeom>
            <a:solidFill>
              <a:schemeClr val="accent1"/>
            </a:solidFill>
          </p:spPr>
          <p:txBody>
            <a:bodyPr wrap="square" lIns="0" tIns="36000" rIns="216000" bIns="36000" rtlCol="0">
              <a:spAutoFit/>
            </a:bodyPr>
            <a:p>
              <a:pPr>
                <a:lnSpc>
                  <a:spcPct val="130000"/>
                </a:lnSpc>
                <a:spcBef>
                  <a:spcPts val="1000"/>
                </a:spcBef>
              </a:pPr>
              <a:r>
                <a:rPr lang="en-US" altLang="zh-CN" sz="1400" b="1" dirty="0" smtClean="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B787</a:t>
              </a:r>
              <a:r>
                <a:rPr lang="zh-CN" altLang="en-US" sz="1400" b="1" dirty="0" smtClean="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随机器材包</a:t>
              </a:r>
              <a:endParaRPr lang="zh-CN" altLang="en-US" sz="1400" b="1" dirty="0" smtClean="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339" name="图片 338" descr="F:/素材图片2/xiezuo20241118-105607.pngxiezuo20241118-105607"/>
          <p:cNvPicPr>
            <a:picLocks noChangeAspect="1"/>
          </p:cNvPicPr>
          <p:nvPr>
            <p:custDataLst>
              <p:tags r:id="rId16"/>
            </p:custDataLst>
          </p:nvPr>
        </p:nvPicPr>
        <p:blipFill>
          <a:blip r:embed="rId17"/>
          <a:srcRect l="1254" r="1254"/>
          <a:stretch>
            <a:fillRect/>
          </a:stretch>
        </p:blipFill>
        <p:spPr>
          <a:xfrm>
            <a:off x="368935" y="815975"/>
            <a:ext cx="1950720" cy="2682240"/>
          </a:xfrm>
          <a:custGeom>
            <a:avLst/>
            <a:gdLst/>
            <a:ahLst/>
            <a:cxnLst>
              <a:cxn ang="3">
                <a:pos x="hc" y="t"/>
              </a:cxn>
              <a:cxn ang="cd2">
                <a:pos x="l" y="vc"/>
              </a:cxn>
              <a:cxn ang="cd4">
                <a:pos x="hc" y="b"/>
              </a:cxn>
              <a:cxn ang="0">
                <a:pos x="r" y="vc"/>
              </a:cxn>
            </a:cxnLst>
            <a:rect l="l" t="t" r="r" b="b"/>
            <a:pathLst>
              <a:path w="4934" h="6543">
                <a:moveTo>
                  <a:pt x="171" y="0"/>
                </a:moveTo>
                <a:lnTo>
                  <a:pt x="4763" y="0"/>
                </a:lnTo>
                <a:cubicBezTo>
                  <a:pt x="4857" y="0"/>
                  <a:pt x="4934" y="77"/>
                  <a:pt x="4934" y="171"/>
                </a:cubicBezTo>
                <a:lnTo>
                  <a:pt x="4934" y="6372"/>
                </a:lnTo>
                <a:cubicBezTo>
                  <a:pt x="4934" y="6466"/>
                  <a:pt x="4857" y="6543"/>
                  <a:pt x="4763" y="6543"/>
                </a:cubicBezTo>
                <a:lnTo>
                  <a:pt x="171" y="6543"/>
                </a:lnTo>
                <a:cubicBezTo>
                  <a:pt x="77" y="6543"/>
                  <a:pt x="0" y="6466"/>
                  <a:pt x="0" y="6372"/>
                </a:cubicBezTo>
                <a:lnTo>
                  <a:pt x="0" y="171"/>
                </a:lnTo>
                <a:cubicBezTo>
                  <a:pt x="0" y="77"/>
                  <a:pt x="77" y="0"/>
                  <a:pt x="171" y="0"/>
                </a:cubicBezTo>
                <a:close/>
              </a:path>
            </a:pathLst>
          </a:custGeom>
          <a:ln w="6350">
            <a:solidFill>
              <a:schemeClr val="tx1"/>
            </a:solidFill>
          </a:ln>
        </p:spPr>
      </p:pic>
      <p:sp>
        <p:nvSpPr>
          <p:cNvPr id="344" name="五边形 100"/>
          <p:cNvSpPr/>
          <p:nvPr/>
        </p:nvSpPr>
        <p:spPr>
          <a:xfrm>
            <a:off x="368935" y="3149600"/>
            <a:ext cx="1888490" cy="284480"/>
          </a:xfrm>
          <a:prstGeom prst="roundRect">
            <a:avLst/>
          </a:prstGeom>
          <a:solidFill>
            <a:schemeClr val="accent2"/>
          </a:solidFill>
          <a:ln w="285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r>
              <a:rPr lang="en-US" altLang="zh-CN" sz="1600" b="1" dirty="0">
                <a:solidFill>
                  <a:schemeClr val="bg1"/>
                </a:solidFill>
                <a:latin typeface="微软雅黑" panose="020B0503020204020204" pitchFamily="34" charset="-122"/>
                <a:ea typeface="微软雅黑" panose="020B0503020204020204" pitchFamily="34" charset="-122"/>
                <a:sym typeface="+mn-ea"/>
              </a:rPr>
              <a:t>EFDE</a:t>
            </a:r>
            <a:r>
              <a:rPr lang="zh-CN" altLang="en-US" sz="1600" b="1" dirty="0">
                <a:solidFill>
                  <a:schemeClr val="bg1"/>
                </a:solidFill>
                <a:latin typeface="微软雅黑" panose="020B0503020204020204" pitchFamily="34" charset="-122"/>
                <a:ea typeface="微软雅黑" panose="020B0503020204020204" pitchFamily="34" charset="-122"/>
                <a:sym typeface="+mn-ea"/>
              </a:rPr>
              <a:t>页面</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425" name="右箭头 424"/>
          <p:cNvSpPr/>
          <p:nvPr/>
        </p:nvSpPr>
        <p:spPr>
          <a:xfrm>
            <a:off x="2363470" y="2019300"/>
            <a:ext cx="717550" cy="360045"/>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70" name="矩形 369"/>
          <p:cNvSpPr/>
          <p:nvPr/>
        </p:nvSpPr>
        <p:spPr>
          <a:xfrm>
            <a:off x="-179" y="3654330"/>
            <a:ext cx="12192000" cy="45719"/>
          </a:xfrm>
          <a:prstGeom prst="rect">
            <a:avLst/>
          </a:prstGeom>
          <a:solidFill>
            <a:schemeClr val="accent1">
              <a:lumMod val="40000"/>
              <a:lumOff val="60000"/>
            </a:scheme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5" name="流程图: 终止 24"/>
          <p:cNvSpPr/>
          <p:nvPr/>
        </p:nvSpPr>
        <p:spPr>
          <a:xfrm>
            <a:off x="4612323" y="3876040"/>
            <a:ext cx="2168525" cy="477520"/>
          </a:xfrm>
          <a:prstGeom prst="flowChartTerminator">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latin typeface="微软雅黑" panose="020B0503020204020204" pitchFamily="34" charset="-122"/>
                <a:ea typeface="微软雅黑" panose="020B0503020204020204" pitchFamily="34" charset="-122"/>
              </a:rPr>
              <a:t>机队不正常事件数据库</a:t>
            </a:r>
            <a:endParaRPr lang="zh-CN" altLang="en-US" sz="1400" b="1">
              <a:latin typeface="微软雅黑" panose="020B0503020204020204" pitchFamily="34" charset="-122"/>
              <a:ea typeface="微软雅黑" panose="020B0503020204020204" pitchFamily="34" charset="-122"/>
            </a:endParaRPr>
          </a:p>
        </p:txBody>
      </p:sp>
      <p:sp>
        <p:nvSpPr>
          <p:cNvPr id="3" name="流程图: 终止 2"/>
          <p:cNvSpPr/>
          <p:nvPr/>
        </p:nvSpPr>
        <p:spPr>
          <a:xfrm>
            <a:off x="4612323" y="4462145"/>
            <a:ext cx="2168525" cy="477520"/>
          </a:xfrm>
          <a:prstGeom prst="flowChartTerminator">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机队</a:t>
            </a:r>
            <a:r>
              <a:rPr lang="en-US" altLang="zh-CN" sz="1400" b="1">
                <a:latin typeface="微软雅黑" panose="020B0503020204020204" pitchFamily="34" charset="-122"/>
                <a:ea typeface="微软雅黑" panose="020B0503020204020204" pitchFamily="34" charset="-122"/>
                <a:cs typeface="微软雅黑" panose="020B0503020204020204" pitchFamily="34" charset="-122"/>
              </a:rPr>
              <a:t>AOG</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需求清单</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流程图: 终止 3"/>
          <p:cNvSpPr/>
          <p:nvPr/>
        </p:nvSpPr>
        <p:spPr>
          <a:xfrm>
            <a:off x="4612323" y="5074920"/>
            <a:ext cx="2168525" cy="477520"/>
          </a:xfrm>
          <a:prstGeom prst="flowChartTerminator">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波音</a:t>
            </a:r>
            <a:r>
              <a:rPr lang="en-US" altLang="zh-CN" sz="1000" b="1" dirty="0" smtClean="0">
                <a:latin typeface="微软雅黑" panose="020B0503020204020204" pitchFamily="34" charset="-122"/>
                <a:ea typeface="微软雅黑" panose="020B0503020204020204" pitchFamily="34" charset="-122"/>
                <a:cs typeface="微软雅黑" panose="020B0503020204020204" pitchFamily="34" charset="-122"/>
                <a:sym typeface="+mn-ea"/>
              </a:rPr>
              <a:t>Schedule Interruption Top Drivers</a:t>
            </a:r>
            <a:r>
              <a:rPr lang="zh-CN" altLang="en-US" sz="1400" b="1" dirty="0" smtClean="0">
                <a:latin typeface="微软雅黑" panose="020B0503020204020204" pitchFamily="34" charset="-122"/>
                <a:ea typeface="微软雅黑" panose="020B0503020204020204" pitchFamily="34" charset="-122"/>
                <a:cs typeface="微软雅黑" panose="020B0503020204020204" pitchFamily="34" charset="-122"/>
                <a:sym typeface="+mn-ea"/>
              </a:rPr>
              <a:t>部件</a:t>
            </a:r>
            <a:endParaRPr lang="zh-CN" altLang="en-US" sz="1400" b="1"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流程图: 终止 4"/>
          <p:cNvSpPr/>
          <p:nvPr/>
        </p:nvSpPr>
        <p:spPr>
          <a:xfrm>
            <a:off x="4612323" y="5687695"/>
            <a:ext cx="2168525" cy="477520"/>
          </a:xfrm>
          <a:prstGeom prst="flowChartTerminator">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latin typeface="微软雅黑" panose="020B0503020204020204" pitchFamily="34" charset="-122"/>
                <a:ea typeface="微软雅黑" panose="020B0503020204020204" pitchFamily="34" charset="-122"/>
              </a:rPr>
              <a:t>外航司需求</a:t>
            </a:r>
            <a:endParaRPr lang="zh-CN" altLang="en-US" sz="1400" b="1">
              <a:latin typeface="微软雅黑" panose="020B0503020204020204" pitchFamily="34" charset="-122"/>
              <a:ea typeface="微软雅黑" panose="020B0503020204020204" pitchFamily="34" charset="-122"/>
            </a:endParaRPr>
          </a:p>
        </p:txBody>
      </p:sp>
      <p:sp>
        <p:nvSpPr>
          <p:cNvPr id="6" name="右大括号 5"/>
          <p:cNvSpPr/>
          <p:nvPr/>
        </p:nvSpPr>
        <p:spPr>
          <a:xfrm>
            <a:off x="6663055" y="4073525"/>
            <a:ext cx="385445" cy="2451100"/>
          </a:xfrm>
          <a:prstGeom prst="rightBrace">
            <a:avLst>
              <a:gd name="adj1" fmla="val 8333"/>
              <a:gd name="adj2" fmla="val 50000"/>
            </a:avLst>
          </a:prstGeom>
          <a:ln w="28575"/>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9" name="流程图: 决策 8"/>
          <p:cNvSpPr/>
          <p:nvPr/>
        </p:nvSpPr>
        <p:spPr>
          <a:xfrm>
            <a:off x="7165975" y="4877435"/>
            <a:ext cx="1801495" cy="850265"/>
          </a:xfrm>
          <a:prstGeom prst="flowChartDecision">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t>洲际航材区域保障</a:t>
            </a:r>
            <a:endParaRPr lang="zh-CN" altLang="en-US" sz="1400" b="1"/>
          </a:p>
        </p:txBody>
      </p:sp>
      <p:sp>
        <p:nvSpPr>
          <p:cNvPr id="11" name="流程图: 终止 10"/>
          <p:cNvSpPr/>
          <p:nvPr/>
        </p:nvSpPr>
        <p:spPr>
          <a:xfrm>
            <a:off x="4612323" y="6300470"/>
            <a:ext cx="2168525" cy="477520"/>
          </a:xfrm>
          <a:prstGeom prst="flowChartTerminator">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solidFill>
                  <a:srgbClr val="FFC000"/>
                </a:solidFill>
                <a:latin typeface="微软雅黑" panose="020B0503020204020204" pitchFamily="34" charset="-122"/>
                <a:ea typeface="微软雅黑" panose="020B0503020204020204" pitchFamily="34" charset="-122"/>
              </a:rPr>
              <a:t>快速恢复运行的可行性</a:t>
            </a:r>
            <a:endParaRPr lang="zh-CN" altLang="en-US" sz="1400" b="1">
              <a:solidFill>
                <a:srgbClr val="FFC00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8993265" y="6428548"/>
            <a:ext cx="1679566" cy="350520"/>
          </a:xfrm>
          <a:prstGeom prst="rect">
            <a:avLst/>
          </a:prstGeom>
          <a:solidFill>
            <a:schemeClr val="accent1"/>
          </a:solidFill>
        </p:spPr>
        <p:txBody>
          <a:bodyPr wrap="square" lIns="0" tIns="36000" rIns="216000" bIns="36000" rtlCol="0">
            <a:spAutoFit/>
          </a:bodyPr>
          <a:p>
            <a:pPr algn="ctr">
              <a:lnSpc>
                <a:spcPct val="130000"/>
              </a:lnSpc>
              <a:spcBef>
                <a:spcPts val="1000"/>
              </a:spcBef>
            </a:pPr>
            <a:r>
              <a:rPr lang="zh-CN" altLang="en-US" sz="1400" b="1" dirty="0" smtClean="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洲际</a:t>
            </a:r>
            <a:r>
              <a:rPr lang="zh-CN" altLang="en-US" sz="1400" b="1" dirty="0" smtClean="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区域保障</a:t>
            </a:r>
            <a:r>
              <a:rPr lang="zh-CN" altLang="en-US" sz="1400" b="1" dirty="0" smtClean="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清单</a:t>
            </a:r>
            <a:endParaRPr lang="zh-CN" altLang="en-US" sz="1400" b="1" dirty="0" smtClean="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标题 13"/>
          <p:cNvSpPr>
            <a:spLocks noGrp="1"/>
          </p:cNvSpPr>
          <p:nvPr>
            <p:ph type="ctrTitle"/>
          </p:nvPr>
        </p:nvSpPr>
        <p:spPr/>
        <p:txBody>
          <a:bodyPr/>
          <a:lstStyle/>
          <a:p>
            <a:r>
              <a:rPr lang="en-US" altLang="zh-CN" dirty="0">
                <a:latin typeface="+mn-lt"/>
                <a:ea typeface="+mn-ea"/>
                <a:cs typeface="+mn-ea"/>
                <a:sym typeface="+mn-lt"/>
              </a:rPr>
              <a:t>AOG</a:t>
            </a:r>
            <a:r>
              <a:rPr>
                <a:latin typeface="+mn-lt"/>
                <a:ea typeface="+mn-ea"/>
                <a:cs typeface="+mn-ea"/>
                <a:sym typeface="+mn-lt"/>
              </a:rPr>
              <a:t>保障</a:t>
            </a:r>
            <a:r>
              <a:rPr dirty="0">
                <a:latin typeface="+mn-lt"/>
                <a:ea typeface="+mn-ea"/>
                <a:cs typeface="+mn-ea"/>
                <a:sym typeface="+mn-lt"/>
              </a:rPr>
              <a:t>策略</a:t>
            </a:r>
            <a:endParaRPr lang="en-US" altLang="zh-CN" dirty="0">
              <a:latin typeface="+mn-lt"/>
              <a:ea typeface="+mn-ea"/>
              <a:cs typeface="+mn-ea"/>
              <a:sym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custDataLst>
              <p:tags r:id="rId1"/>
            </p:custDataLst>
          </p:nvPr>
        </p:nvGraphicFramePr>
        <p:xfrm>
          <a:off x="360045" y="695325"/>
          <a:ext cx="11471910" cy="5922645"/>
        </p:xfrm>
        <a:graphic>
          <a:graphicData uri="http://schemas.openxmlformats.org/drawingml/2006/table">
            <a:tbl>
              <a:tblPr firstRow="1" bandRow="1">
                <a:tableStyleId>{5C22544A-7EE6-4342-B048-85BDC9FD1C3A}</a:tableStyleId>
              </a:tblPr>
              <a:tblGrid>
                <a:gridCol w="1165860"/>
                <a:gridCol w="720725"/>
                <a:gridCol w="8253730"/>
                <a:gridCol w="1331595"/>
              </a:tblGrid>
              <a:tr h="335915">
                <a:tc>
                  <a:txBody>
                    <a:bodyPr/>
                    <a:p>
                      <a:pPr algn="ctr">
                        <a:buNone/>
                      </a:pPr>
                      <a:r>
                        <a:rPr lang="zh-CN" altLang="en-US" sz="1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日期</a:t>
                      </a:r>
                      <a:endParaRPr lang="zh-CN" altLang="en-US" sz="1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nchor="ctr">
                    <a:solidFill>
                      <a:srgbClr val="CD94AF"/>
                    </a:solidFill>
                  </a:tcPr>
                </a:tc>
                <a:tc>
                  <a:txBody>
                    <a:bodyPr/>
                    <a:p>
                      <a:pPr algn="ctr">
                        <a:buNone/>
                      </a:pPr>
                      <a:r>
                        <a:rPr lang="zh-CN" altLang="en-US" sz="1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地点</a:t>
                      </a:r>
                      <a:endParaRPr lang="zh-CN" altLang="en-US" sz="1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nchor="ctr">
                    <a:solidFill>
                      <a:srgbClr val="CD94AF"/>
                    </a:solidFill>
                  </a:tcPr>
                </a:tc>
                <a:tc>
                  <a:txBody>
                    <a:bodyPr/>
                    <a:p>
                      <a:pPr algn="ctr"/>
                      <a:r>
                        <a:rPr lang="zh-CN" altLang="en-US" sz="1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事件摘要</a:t>
                      </a:r>
                      <a:endParaRPr lang="zh-CN" altLang="en-US" sz="1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nchor="ctr">
                    <a:solidFill>
                      <a:srgbClr val="CD94AF"/>
                    </a:solidFill>
                  </a:tcPr>
                </a:tc>
                <a:tc>
                  <a:txBody>
                    <a:bodyPr/>
                    <a:p>
                      <a:pPr algn="ctr"/>
                      <a:r>
                        <a:rPr lang="zh-CN" altLang="en-US" sz="1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处置策略</a:t>
                      </a:r>
                      <a:endParaRPr lang="zh-CN" altLang="en-US" sz="1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nchor="ctr">
                    <a:solidFill>
                      <a:srgbClr val="CD94AF"/>
                    </a:solidFill>
                  </a:tcPr>
                </a:tc>
              </a:tr>
              <a:tr h="1471930">
                <a:tc>
                  <a:txBody>
                    <a:bodyPr/>
                    <a:p>
                      <a:pPr algn="ctr">
                        <a:buClrTx/>
                        <a:buSzTx/>
                        <a:buFontTx/>
                      </a:pPr>
                      <a:r>
                        <a:rPr lang="en-US" altLang="zh-CN" sz="1200" spc="100" dirty="0">
                          <a:solidFill>
                            <a:schemeClr val="tx1"/>
                          </a:solidFill>
                          <a:uFillTx/>
                          <a:latin typeface="微软雅黑" panose="020B0503020204020204" pitchFamily="34" charset="-122"/>
                          <a:ea typeface="微软雅黑" panose="020B0503020204020204" pitchFamily="34" charset="-122"/>
                          <a:sym typeface="+mn-ea"/>
                        </a:rPr>
                        <a:t>2024.05.25</a:t>
                      </a:r>
                      <a:endParaRPr lang="en-US" altLang="zh-CN" sz="1200" spc="100" dirty="0">
                        <a:solidFill>
                          <a:schemeClr val="tx1"/>
                        </a:solidFill>
                        <a:uFillTx/>
                        <a:latin typeface="微软雅黑" panose="020B0503020204020204" pitchFamily="34" charset="-122"/>
                        <a:ea typeface="微软雅黑" panose="020B0503020204020204" pitchFamily="34" charset="-122"/>
                        <a:sym typeface="+mn-ea"/>
                      </a:endParaRPr>
                    </a:p>
                  </a:txBody>
                  <a:tcPr anchor="ctr">
                    <a:solidFill>
                      <a:srgbClr val="F8F0F4"/>
                    </a:solidFill>
                  </a:tcPr>
                </a:tc>
                <a:tc>
                  <a:txBody>
                    <a:bodyPr/>
                    <a:p>
                      <a:pPr marL="0" marR="0" lvl="0" algn="ctr" defTabSz="914400" rtl="0" eaLnBrk="1" fontAlgn="auto" latinLnBrk="0" hangingPunct="1">
                        <a:lnSpc>
                          <a:spcPct val="100000"/>
                        </a:lnSpc>
                        <a:spcBef>
                          <a:spcPts val="0"/>
                        </a:spcBef>
                        <a:buClrTx/>
                        <a:buSzTx/>
                        <a:buFontTx/>
                        <a:buNone/>
                      </a:pPr>
                      <a:r>
                        <a:rPr lang="en-US" altLang="zh-CN" sz="1200" spc="100" dirty="0">
                          <a:solidFill>
                            <a:schemeClr val="tx1"/>
                          </a:solidFill>
                          <a:uFillTx/>
                          <a:latin typeface="微软雅黑" panose="020B0503020204020204" pitchFamily="34" charset="-122"/>
                          <a:ea typeface="微软雅黑" panose="020B0503020204020204" pitchFamily="34" charset="-122"/>
                          <a:sym typeface="+mn-ea"/>
                        </a:rPr>
                        <a:t>意大利</a:t>
                      </a:r>
                      <a:endParaRPr lang="en-US" altLang="zh-CN" sz="1200" spc="100" dirty="0">
                        <a:solidFill>
                          <a:schemeClr val="tx1"/>
                        </a:solidFill>
                        <a:uFillTx/>
                        <a:latin typeface="微软雅黑" panose="020B0503020204020204" pitchFamily="34" charset="-122"/>
                        <a:ea typeface="微软雅黑" panose="020B0503020204020204" pitchFamily="34" charset="-122"/>
                        <a:sym typeface="+mn-ea"/>
                      </a:endParaRPr>
                    </a:p>
                    <a:p>
                      <a:pPr marL="0" marR="0" lvl="0" algn="ctr" defTabSz="914400" rtl="0" eaLnBrk="1" fontAlgn="auto" latinLnBrk="0" hangingPunct="1">
                        <a:lnSpc>
                          <a:spcPct val="100000"/>
                        </a:lnSpc>
                        <a:spcBef>
                          <a:spcPts val="0"/>
                        </a:spcBef>
                        <a:buClrTx/>
                        <a:buSzTx/>
                        <a:buFontTx/>
                        <a:buNone/>
                      </a:pPr>
                      <a:r>
                        <a:rPr lang="en-US" altLang="zh-CN" sz="1200" spc="100" dirty="0">
                          <a:solidFill>
                            <a:schemeClr val="tx1"/>
                          </a:solidFill>
                          <a:uFillTx/>
                          <a:latin typeface="微软雅黑" panose="020B0503020204020204" pitchFamily="34" charset="-122"/>
                          <a:ea typeface="微软雅黑" panose="020B0503020204020204" pitchFamily="34" charset="-122"/>
                          <a:sym typeface="+mn-ea"/>
                        </a:rPr>
                        <a:t>米兰</a:t>
                      </a:r>
                      <a:endParaRPr lang="en-US" altLang="zh-CN" sz="1200" spc="100" dirty="0">
                        <a:solidFill>
                          <a:schemeClr val="tx1"/>
                        </a:solidFill>
                        <a:uFillTx/>
                        <a:latin typeface="微软雅黑" panose="020B0503020204020204" pitchFamily="34" charset="-122"/>
                        <a:ea typeface="微软雅黑" panose="020B0503020204020204" pitchFamily="34" charset="-122"/>
                        <a:sym typeface="+mn-ea"/>
                      </a:endParaRPr>
                    </a:p>
                  </a:txBody>
                  <a:tcPr anchor="ctr">
                    <a:solidFill>
                      <a:srgbClr val="F8F0F4"/>
                    </a:solidFill>
                  </a:tcPr>
                </a:tc>
                <a:tc>
                  <a:txBody>
                    <a:bodyPr/>
                    <a:p>
                      <a:pPr lvl="0" algn="l">
                        <a:lnSpc>
                          <a:spcPct val="150000"/>
                        </a:lnSpc>
                      </a:pP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计划04:15执行HO1668米兰-郑州航班，前序02:32开舱，04:17现场机务反馈有</a:t>
                      </a:r>
                      <a:r>
                        <a:rPr lang="zh-CN" altLang="en-US" sz="12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RECIRC FAN UPR</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状态信息，参考MEL保留；04:59关舱，05:10滑出，05:29接机组报飞机上有</a:t>
                      </a:r>
                      <a:r>
                        <a:rPr lang="zh-CN" altLang="en-US" sz="12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PACK MODE R</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咨询信息，机组按 FCOM动作执行后出现 PACK ACM R 状态信息，多次重置无效，该信息保留条目与RECIRC FAN UPR 信息的</a:t>
                      </a:r>
                      <a:r>
                        <a:rPr lang="zh-CN" altLang="en-US" sz="12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保留条目冲突</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MCC</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和机组确认故障后滑回处理，06:00 飞机滑到位，06</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 现场上机核实有PACK ACM R 和RECIRC FAN UPR 状态信息，后续经复位、测试等处置，仍无法消除故障，</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MCC</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制定排故方案，启动</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AOG</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，执行工作</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后于</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25</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日</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22:05</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飞机恢复适航状态。</a:t>
                      </a:r>
                      <a:endPar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solidFill>
                      <a:srgbClr val="F8F0F4"/>
                    </a:solidFill>
                  </a:tcPr>
                </a:tc>
                <a:tc>
                  <a:txBody>
                    <a:bodyPr/>
                    <a:p>
                      <a:pPr algn="ctr"/>
                      <a:r>
                        <a:rPr lang="zh-CN" altLang="en-US" sz="1400" b="1" spc="100" dirty="0">
                          <a:solidFill>
                            <a:schemeClr val="tx1"/>
                          </a:solidFill>
                          <a:uFillTx/>
                          <a:latin typeface="微软雅黑" panose="020B0503020204020204" pitchFamily="34" charset="-122"/>
                          <a:ea typeface="微软雅黑" panose="020B0503020204020204" pitchFamily="34" charset="-122"/>
                        </a:rPr>
                        <a:t>随机</a:t>
                      </a:r>
                      <a:r>
                        <a:rPr lang="en-US" altLang="zh-CN" sz="1400" b="1" spc="100" dirty="0">
                          <a:solidFill>
                            <a:schemeClr val="tx1"/>
                          </a:solidFill>
                          <a:uFillTx/>
                          <a:latin typeface="微软雅黑" panose="020B0503020204020204" pitchFamily="34" charset="-122"/>
                          <a:ea typeface="微软雅黑" panose="020B0503020204020204" pitchFamily="34" charset="-122"/>
                        </a:rPr>
                        <a:t>M</a:t>
                      </a:r>
                      <a:r>
                        <a:rPr lang="zh-CN" altLang="en-US" sz="1400" b="1" spc="100" dirty="0">
                          <a:solidFill>
                            <a:schemeClr val="tx1"/>
                          </a:solidFill>
                          <a:uFillTx/>
                          <a:latin typeface="微软雅黑" panose="020B0503020204020204" pitchFamily="34" charset="-122"/>
                          <a:ea typeface="微软雅黑" panose="020B0503020204020204" pitchFamily="34" charset="-122"/>
                        </a:rPr>
                        <a:t>项工装</a:t>
                      </a:r>
                      <a:r>
                        <a:rPr lang="en-US" altLang="zh-CN" sz="1400" b="1" spc="100" dirty="0">
                          <a:solidFill>
                            <a:schemeClr val="tx1"/>
                          </a:solidFill>
                          <a:uFillTx/>
                          <a:latin typeface="微软雅黑" panose="020B0503020204020204" pitchFamily="34" charset="-122"/>
                          <a:ea typeface="微软雅黑" panose="020B0503020204020204" pitchFamily="34" charset="-122"/>
                        </a:rPr>
                        <a:t>+</a:t>
                      </a:r>
                      <a:endParaRPr lang="zh-CN" altLang="en-US" sz="1400" b="1" spc="100" dirty="0">
                        <a:solidFill>
                          <a:schemeClr val="tx1"/>
                        </a:solidFill>
                        <a:uFillTx/>
                        <a:latin typeface="微软雅黑" panose="020B0503020204020204" pitchFamily="34" charset="-122"/>
                        <a:ea typeface="微软雅黑" panose="020B0503020204020204" pitchFamily="34" charset="-122"/>
                      </a:endParaRPr>
                    </a:p>
                    <a:p>
                      <a:pPr algn="ctr"/>
                      <a:r>
                        <a:rPr lang="zh-CN" altLang="en-US" sz="1400" b="1" spc="100" dirty="0">
                          <a:solidFill>
                            <a:schemeClr val="tx1"/>
                          </a:solidFill>
                          <a:uFillTx/>
                          <a:latin typeface="微软雅黑" panose="020B0503020204020204" pitchFamily="34" charset="-122"/>
                          <a:ea typeface="微软雅黑" panose="020B0503020204020204" pitchFamily="34" charset="-122"/>
                        </a:rPr>
                        <a:t>飞机</a:t>
                      </a:r>
                      <a:r>
                        <a:rPr lang="zh-CN" altLang="en-US" sz="1400" b="1" spc="100" dirty="0">
                          <a:solidFill>
                            <a:schemeClr val="tx1"/>
                          </a:solidFill>
                          <a:uFillTx/>
                          <a:latin typeface="微软雅黑" panose="020B0503020204020204" pitchFamily="34" charset="-122"/>
                          <a:ea typeface="微软雅黑" panose="020B0503020204020204" pitchFamily="34" charset="-122"/>
                        </a:rPr>
                        <a:t>自身潜力</a:t>
                      </a:r>
                      <a:endParaRPr lang="zh-CN" altLang="en-US" sz="1400" b="1" spc="100" dirty="0">
                        <a:solidFill>
                          <a:schemeClr val="tx1"/>
                        </a:solidFill>
                        <a:uFillTx/>
                        <a:latin typeface="微软雅黑" panose="020B0503020204020204" pitchFamily="34" charset="-122"/>
                        <a:ea typeface="微软雅黑" panose="020B0503020204020204" pitchFamily="34" charset="-122"/>
                      </a:endParaRPr>
                    </a:p>
                  </a:txBody>
                  <a:tcPr anchor="ctr" anchorCtr="0">
                    <a:solidFill>
                      <a:srgbClr val="F8F0F4"/>
                    </a:solidFill>
                  </a:tcPr>
                </a:tc>
              </a:tr>
              <a:tr h="949960">
                <a:tc>
                  <a:txBody>
                    <a:bodyPr/>
                    <a:p>
                      <a:pPr algn="ctr"/>
                      <a:r>
                        <a:rPr lang="en-US" altLang="zh-CN" sz="1200" spc="100" dirty="0">
                          <a:solidFill>
                            <a:schemeClr val="tx1"/>
                          </a:solidFill>
                          <a:uFillTx/>
                          <a:latin typeface="微软雅黑" panose="020B0503020204020204" pitchFamily="34" charset="-122"/>
                          <a:ea typeface="微软雅黑" panose="020B0503020204020204" pitchFamily="34" charset="-122"/>
                        </a:rPr>
                        <a:t>2024.07.0</a:t>
                      </a:r>
                      <a:r>
                        <a:rPr lang="en-US" altLang="zh-CN" sz="1200" spc="100" dirty="0">
                          <a:solidFill>
                            <a:schemeClr val="tx1"/>
                          </a:solidFill>
                          <a:uFillTx/>
                          <a:latin typeface="微软雅黑" panose="020B0503020204020204" pitchFamily="34" charset="-122"/>
                          <a:ea typeface="微软雅黑" panose="020B0503020204020204" pitchFamily="34" charset="-122"/>
                        </a:rPr>
                        <a:t>4</a:t>
                      </a:r>
                      <a:endParaRPr lang="en-US" altLang="zh-CN" sz="1200" spc="100" dirty="0">
                        <a:solidFill>
                          <a:schemeClr val="tx1"/>
                        </a:solidFill>
                        <a:uFillTx/>
                        <a:latin typeface="微软雅黑" panose="020B0503020204020204" pitchFamily="34" charset="-122"/>
                        <a:ea typeface="微软雅黑" panose="020B0503020204020204" pitchFamily="34" charset="-122"/>
                      </a:endParaRPr>
                    </a:p>
                  </a:txBody>
                  <a:tcPr anchor="ctr">
                    <a:solidFill>
                      <a:srgbClr val="F8F0F4"/>
                    </a:solidFill>
                  </a:tcPr>
                </a:tc>
                <a:tc>
                  <a:txBody>
                    <a:bodyPr/>
                    <a:p>
                      <a:pPr lvl="0" algn="ctr">
                        <a:lnSpc>
                          <a:spcPct val="100000"/>
                        </a:lnSpc>
                      </a:pPr>
                      <a:r>
                        <a:rPr lang="zh-CN" altLang="en-US" sz="1200" spc="100" dirty="0">
                          <a:solidFill>
                            <a:schemeClr val="tx1"/>
                          </a:solidFill>
                          <a:uFillTx/>
                          <a:latin typeface="微软雅黑" panose="020B0503020204020204" pitchFamily="34" charset="-122"/>
                          <a:ea typeface="微软雅黑" panose="020B0503020204020204" pitchFamily="34" charset="-122"/>
                          <a:sym typeface="+mn-ea"/>
                        </a:rPr>
                        <a:t>希腊</a:t>
                      </a:r>
                      <a:endParaRPr lang="zh-CN" altLang="en-US" sz="1200" spc="100" dirty="0">
                        <a:solidFill>
                          <a:schemeClr val="tx1"/>
                        </a:solidFill>
                        <a:uFillTx/>
                        <a:latin typeface="微软雅黑" panose="020B0503020204020204" pitchFamily="34" charset="-122"/>
                        <a:ea typeface="微软雅黑" panose="020B0503020204020204" pitchFamily="34" charset="-122"/>
                      </a:endParaRPr>
                    </a:p>
                    <a:p>
                      <a:pPr lvl="0" algn="ctr">
                        <a:lnSpc>
                          <a:spcPct val="100000"/>
                        </a:lnSpc>
                      </a:pPr>
                      <a:r>
                        <a:rPr lang="zh-CN" altLang="en-US" sz="1200" spc="100" dirty="0">
                          <a:solidFill>
                            <a:schemeClr val="tx1"/>
                          </a:solidFill>
                          <a:uFillTx/>
                          <a:latin typeface="微软雅黑" panose="020B0503020204020204" pitchFamily="34" charset="-122"/>
                          <a:ea typeface="微软雅黑" panose="020B0503020204020204" pitchFamily="34" charset="-122"/>
                          <a:sym typeface="+mn-ea"/>
                        </a:rPr>
                        <a:t>雅典</a:t>
                      </a:r>
                      <a:endParaRPr lang="zh-CN" altLang="en-US" sz="1200" spc="100" dirty="0">
                        <a:solidFill>
                          <a:schemeClr val="tx1"/>
                        </a:solidFill>
                        <a:uFillTx/>
                        <a:latin typeface="微软雅黑" panose="020B0503020204020204" pitchFamily="34" charset="-122"/>
                        <a:ea typeface="微软雅黑" panose="020B0503020204020204" pitchFamily="34" charset="-122"/>
                      </a:endParaRPr>
                    </a:p>
                  </a:txBody>
                  <a:tcPr anchor="ctr">
                    <a:solidFill>
                      <a:srgbClr val="F8F0F4"/>
                    </a:solidFill>
                  </a:tcPr>
                </a:tc>
                <a:tc>
                  <a:txBody>
                    <a:bodyPr/>
                    <a:p>
                      <a:pPr algn="l" fontAlgn="auto">
                        <a:lnSpc>
                          <a:spcPct val="150000"/>
                        </a:lnSpc>
                        <a:buClrTx/>
                        <a:buSzTx/>
                        <a:buFontTx/>
                        <a:buNone/>
                      </a:pP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计划</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19:05</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执行</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HO1658 </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雅典</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浦东航班，</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12:23</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雅典短停滑入，</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14:20</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跟机机务报有</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CCR GPM 1L </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信息，无法放行，地面执行测试，故障消除，</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14:42</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故障重现，安排与</a:t>
                      </a:r>
                      <a:r>
                        <a:rPr lang="en-US" altLang="zh-CN" sz="12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GPM 8R </a:t>
                      </a:r>
                      <a:r>
                        <a:rPr lang="zh-CN" altLang="en-US" sz="12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对串</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，如故障转移，依据</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MEL </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保留放行，</a:t>
                      </a:r>
                      <a:endPar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buClrTx/>
                        <a:buSzTx/>
                        <a:buFontTx/>
                        <a:buNone/>
                      </a:pP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16:30</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对串后，软件加载出现问题，同时在阿姆斯特丹找到备件，</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18:00</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从公司服务器重新推送相应软件至飞机，</a:t>
                      </a:r>
                      <a:endPar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buClrTx/>
                        <a:buSzTx/>
                        <a:buFontTx/>
                        <a:buNone/>
                      </a:pP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19:10</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软件加载成功，依据</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MEL</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保留放行，</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AOG </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取消，</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21:27</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关舱，</a:t>
                      </a:r>
                      <a:r>
                        <a:rPr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22:02</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雅典滑出</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solidFill>
                      <a:srgbClr val="F8F0F4"/>
                    </a:solidFill>
                  </a:tcPr>
                </a:tc>
                <a:tc>
                  <a:txBody>
                    <a:bodyPr/>
                    <a:p>
                      <a:pPr algn="ctr"/>
                      <a:r>
                        <a:rPr lang="zh-CN" altLang="en-US" sz="1400" b="1" spc="100" dirty="0">
                          <a:solidFill>
                            <a:schemeClr val="tx1"/>
                          </a:solidFill>
                          <a:uFillTx/>
                          <a:latin typeface="微软雅黑" panose="020B0503020204020204" pitchFamily="34" charset="-122"/>
                          <a:ea typeface="微软雅黑" panose="020B0503020204020204" pitchFamily="34" charset="-122"/>
                          <a:sym typeface="+mn-ea"/>
                        </a:rPr>
                        <a:t>随机</a:t>
                      </a:r>
                      <a:r>
                        <a:rPr lang="en-US" altLang="zh-CN" sz="1400" b="1" spc="100" dirty="0">
                          <a:solidFill>
                            <a:schemeClr val="tx1"/>
                          </a:solidFill>
                          <a:uFillTx/>
                          <a:latin typeface="微软雅黑" panose="020B0503020204020204" pitchFamily="34" charset="-122"/>
                          <a:ea typeface="微软雅黑" panose="020B0503020204020204" pitchFamily="34" charset="-122"/>
                          <a:sym typeface="+mn-ea"/>
                        </a:rPr>
                        <a:t>M</a:t>
                      </a:r>
                      <a:r>
                        <a:rPr lang="zh-CN" altLang="en-US" sz="1400" b="1" spc="100" dirty="0">
                          <a:solidFill>
                            <a:schemeClr val="tx1"/>
                          </a:solidFill>
                          <a:uFillTx/>
                          <a:latin typeface="微软雅黑" panose="020B0503020204020204" pitchFamily="34" charset="-122"/>
                          <a:ea typeface="微软雅黑" panose="020B0503020204020204" pitchFamily="34" charset="-122"/>
                          <a:sym typeface="+mn-ea"/>
                        </a:rPr>
                        <a:t>项工装</a:t>
                      </a:r>
                      <a:r>
                        <a:rPr lang="en-US" altLang="zh-CN" sz="1400" b="1" spc="100" dirty="0">
                          <a:solidFill>
                            <a:schemeClr val="tx1"/>
                          </a:solidFill>
                          <a:uFillTx/>
                          <a:latin typeface="微软雅黑" panose="020B0503020204020204" pitchFamily="34" charset="-122"/>
                          <a:ea typeface="微软雅黑" panose="020B0503020204020204" pitchFamily="34" charset="-122"/>
                          <a:sym typeface="+mn-ea"/>
                        </a:rPr>
                        <a:t>+</a:t>
                      </a:r>
                      <a:endParaRPr lang="zh-CN" altLang="en-US" sz="1400" b="1" spc="100" dirty="0">
                        <a:solidFill>
                          <a:schemeClr val="tx1"/>
                        </a:solidFill>
                        <a:uFillTx/>
                        <a:latin typeface="微软雅黑" panose="020B0503020204020204" pitchFamily="34" charset="-122"/>
                        <a:ea typeface="微软雅黑" panose="020B0503020204020204" pitchFamily="34" charset="-122"/>
                      </a:endParaRPr>
                    </a:p>
                    <a:p>
                      <a:pPr algn="ctr"/>
                      <a:r>
                        <a:rPr lang="zh-CN" altLang="en-US" sz="1400" b="1" spc="100" dirty="0">
                          <a:solidFill>
                            <a:schemeClr val="tx1"/>
                          </a:solidFill>
                          <a:uFillTx/>
                          <a:latin typeface="微软雅黑" panose="020B0503020204020204" pitchFamily="34" charset="-122"/>
                          <a:ea typeface="微软雅黑" panose="020B0503020204020204" pitchFamily="34" charset="-122"/>
                          <a:sym typeface="+mn-ea"/>
                        </a:rPr>
                        <a:t>飞机自身潜力</a:t>
                      </a:r>
                      <a:endParaRPr lang="zh-CN" altLang="en-US" sz="1400" b="1" spc="100" dirty="0">
                        <a:solidFill>
                          <a:schemeClr val="tx1"/>
                        </a:solidFill>
                        <a:uFillTx/>
                        <a:latin typeface="微软雅黑" panose="020B0503020204020204" pitchFamily="34" charset="-122"/>
                        <a:ea typeface="微软雅黑" panose="020B0503020204020204" pitchFamily="34" charset="-122"/>
                      </a:endParaRPr>
                    </a:p>
                  </a:txBody>
                  <a:tcPr anchor="ctr" anchorCtr="0">
                    <a:solidFill>
                      <a:srgbClr val="F8F0F4"/>
                    </a:solidFill>
                  </a:tcPr>
                </a:tc>
              </a:tr>
              <a:tr h="1456055">
                <a:tc>
                  <a:txBody>
                    <a:bodyPr/>
                    <a:p>
                      <a:pPr algn="ctr"/>
                      <a:r>
                        <a:rPr lang="en-US" altLang="zh-CN" sz="1200" spc="100" dirty="0">
                          <a:solidFill>
                            <a:schemeClr val="tx1"/>
                          </a:solidFill>
                          <a:uFillTx/>
                          <a:latin typeface="微软雅黑" panose="020B0503020204020204" pitchFamily="34" charset="-122"/>
                          <a:ea typeface="微软雅黑" panose="020B0503020204020204" pitchFamily="34" charset="-122"/>
                        </a:rPr>
                        <a:t>2025.06.0</a:t>
                      </a:r>
                      <a:r>
                        <a:rPr lang="en-US" altLang="zh-CN" sz="1200" spc="100" dirty="0">
                          <a:solidFill>
                            <a:schemeClr val="tx1"/>
                          </a:solidFill>
                          <a:uFillTx/>
                          <a:latin typeface="微软雅黑" panose="020B0503020204020204" pitchFamily="34" charset="-122"/>
                          <a:ea typeface="微软雅黑" panose="020B0503020204020204" pitchFamily="34" charset="-122"/>
                        </a:rPr>
                        <a:t>7</a:t>
                      </a:r>
                      <a:endParaRPr lang="en-US" altLang="zh-CN" sz="1200" spc="100" dirty="0">
                        <a:solidFill>
                          <a:schemeClr val="tx1"/>
                        </a:solidFill>
                        <a:uFillTx/>
                        <a:latin typeface="微软雅黑" panose="020B0503020204020204" pitchFamily="34" charset="-122"/>
                        <a:ea typeface="微软雅黑" panose="020B0503020204020204" pitchFamily="34" charset="-122"/>
                      </a:endParaRPr>
                    </a:p>
                  </a:txBody>
                  <a:tcPr anchor="ctr">
                    <a:solidFill>
                      <a:srgbClr val="F8F0F4"/>
                    </a:solidFill>
                  </a:tcPr>
                </a:tc>
                <a:tc>
                  <a:txBody>
                    <a:bodyPr/>
                    <a:p>
                      <a:pPr lvl="0" algn="ctr">
                        <a:lnSpc>
                          <a:spcPct val="100000"/>
                        </a:lnSpc>
                      </a:pPr>
                      <a:r>
                        <a:rPr lang="zh-CN" altLang="en-US" sz="1200" spc="100" dirty="0">
                          <a:solidFill>
                            <a:schemeClr val="tx1"/>
                          </a:solidFill>
                          <a:uFillTx/>
                          <a:latin typeface="微软雅黑" panose="020B0503020204020204" pitchFamily="34" charset="-122"/>
                          <a:ea typeface="微软雅黑" panose="020B0503020204020204" pitchFamily="34" charset="-122"/>
                        </a:rPr>
                        <a:t>希腊</a:t>
                      </a:r>
                      <a:endParaRPr lang="zh-CN" altLang="en-US" sz="1200" spc="100" dirty="0">
                        <a:solidFill>
                          <a:schemeClr val="tx1"/>
                        </a:solidFill>
                        <a:uFillTx/>
                        <a:latin typeface="微软雅黑" panose="020B0503020204020204" pitchFamily="34" charset="-122"/>
                        <a:ea typeface="微软雅黑" panose="020B0503020204020204" pitchFamily="34" charset="-122"/>
                      </a:endParaRPr>
                    </a:p>
                    <a:p>
                      <a:pPr lvl="0" algn="ctr">
                        <a:lnSpc>
                          <a:spcPct val="100000"/>
                        </a:lnSpc>
                      </a:pPr>
                      <a:r>
                        <a:rPr lang="zh-CN" altLang="en-US" sz="1200" spc="100" dirty="0">
                          <a:solidFill>
                            <a:schemeClr val="tx1"/>
                          </a:solidFill>
                          <a:uFillTx/>
                          <a:latin typeface="微软雅黑" panose="020B0503020204020204" pitchFamily="34" charset="-122"/>
                          <a:ea typeface="微软雅黑" panose="020B0503020204020204" pitchFamily="34" charset="-122"/>
                        </a:rPr>
                        <a:t>雅典</a:t>
                      </a:r>
                      <a:endParaRPr lang="zh-CN" altLang="en-US" sz="1200" spc="100" dirty="0">
                        <a:solidFill>
                          <a:schemeClr val="tx1"/>
                        </a:solidFill>
                        <a:uFillTx/>
                        <a:latin typeface="微软雅黑" panose="020B0503020204020204" pitchFamily="34" charset="-122"/>
                        <a:ea typeface="微软雅黑" panose="020B0503020204020204" pitchFamily="34" charset="-122"/>
                      </a:endParaRPr>
                    </a:p>
                  </a:txBody>
                  <a:tcPr anchor="ctr">
                    <a:solidFill>
                      <a:srgbClr val="F8F0F4"/>
                    </a:solidFill>
                  </a:tcPr>
                </a:tc>
                <a:tc>
                  <a:txBody>
                    <a:bodyPr/>
                    <a:p>
                      <a:pPr algn="l" fontAlgn="auto">
                        <a:lnSpc>
                          <a:spcPct val="150000"/>
                        </a:lnSpc>
                        <a:buClrTx/>
                        <a:buSzTx/>
                        <a:buFontTx/>
                        <a:buNone/>
                      </a:pP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计划</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19</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05</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执行HO1658雅典</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 </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浦东航班，前段浦东至雅典</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01</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20</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起飞后，</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02</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30</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MCC监控到飞机出现</a:t>
                      </a:r>
                      <a:r>
                        <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WING ANTI-ICE SYS信息（不可在有结冰条件下运行）</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，落地后尝试消除</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WING ANTI-ICE SYS</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信息，同时联系航材</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AOG</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在希腊区域寻找航材资源，飞机落地后信息转化为</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WING ANTI-ICE ZONE</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故障，</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15:42 AOG求援的大翼防冰区域控制卡放上航班，19:09 航材到位，由驻外开始安装，19:24 完成安装，19:53 完成软件加载工作，19:58 测试正常，通知</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AOC</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正常保障航班，</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21</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25</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飞机滑出，</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21</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42</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飞机起飞；此次事件判断为大翼防冰区域控制卡故障导致</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t>
                      </a:r>
                      <a:endPar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a:txBody>
                  <a:tcPr anchor="ctr">
                    <a:solidFill>
                      <a:srgbClr val="F8F0F4"/>
                    </a:solidFill>
                  </a:tcPr>
                </a:tc>
                <a:tc>
                  <a:txBody>
                    <a:bodyPr/>
                    <a:p>
                      <a:pPr algn="ctr"/>
                      <a:r>
                        <a:rPr lang="zh-CN" altLang="en-US" sz="1400" b="1" spc="100" dirty="0">
                          <a:solidFill>
                            <a:schemeClr val="tx1"/>
                          </a:solidFill>
                          <a:uFillTx/>
                          <a:latin typeface="微软雅黑" panose="020B0503020204020204" pitchFamily="34" charset="-122"/>
                          <a:ea typeface="微软雅黑" panose="020B0503020204020204" pitchFamily="34" charset="-122"/>
                        </a:rPr>
                        <a:t>航材</a:t>
                      </a:r>
                      <a:endParaRPr lang="zh-CN" altLang="en-US" sz="1400" b="1" spc="100" dirty="0">
                        <a:solidFill>
                          <a:schemeClr val="tx1"/>
                        </a:solidFill>
                        <a:uFillTx/>
                        <a:latin typeface="微软雅黑" panose="020B0503020204020204" pitchFamily="34" charset="-122"/>
                        <a:ea typeface="微软雅黑" panose="020B0503020204020204" pitchFamily="34" charset="-122"/>
                      </a:endParaRPr>
                    </a:p>
                    <a:p>
                      <a:pPr algn="ctr"/>
                      <a:r>
                        <a:rPr lang="en-US" altLang="zh-CN" sz="1400" b="1" spc="100" dirty="0">
                          <a:solidFill>
                            <a:schemeClr val="tx1"/>
                          </a:solidFill>
                          <a:uFillTx/>
                          <a:latin typeface="微软雅黑" panose="020B0503020204020204" pitchFamily="34" charset="-122"/>
                          <a:ea typeface="微软雅黑" panose="020B0503020204020204" pitchFamily="34" charset="-122"/>
                        </a:rPr>
                        <a:t>AOG</a:t>
                      </a:r>
                      <a:r>
                        <a:rPr lang="zh-CN" altLang="en-US" sz="1400" b="1" spc="100" dirty="0">
                          <a:solidFill>
                            <a:schemeClr val="tx1"/>
                          </a:solidFill>
                          <a:uFillTx/>
                          <a:latin typeface="微软雅黑" panose="020B0503020204020204" pitchFamily="34" charset="-122"/>
                          <a:ea typeface="微软雅黑" panose="020B0503020204020204" pitchFamily="34" charset="-122"/>
                        </a:rPr>
                        <a:t>求援</a:t>
                      </a:r>
                      <a:endParaRPr lang="zh-CN" altLang="en-US" sz="1400" b="1" spc="100" dirty="0">
                        <a:solidFill>
                          <a:schemeClr val="tx1"/>
                        </a:solidFill>
                        <a:uFillTx/>
                        <a:latin typeface="微软雅黑" panose="020B0503020204020204" pitchFamily="34" charset="-122"/>
                        <a:ea typeface="微软雅黑" panose="020B0503020204020204" pitchFamily="34" charset="-122"/>
                      </a:endParaRPr>
                    </a:p>
                  </a:txBody>
                  <a:tcPr anchor="ctr" anchorCtr="0">
                    <a:solidFill>
                      <a:srgbClr val="F8F0F4"/>
                    </a:solidFill>
                  </a:tcPr>
                </a:tc>
              </a:tr>
              <a:tr h="1190625">
                <a:tc>
                  <a:txBody>
                    <a:bodyPr/>
                    <a:p>
                      <a:pPr algn="ctr"/>
                      <a:r>
                        <a:rPr lang="en-US" altLang="zh-CN" sz="1200" spc="100" dirty="0">
                          <a:solidFill>
                            <a:schemeClr val="tx1"/>
                          </a:solidFill>
                          <a:uFillTx/>
                          <a:latin typeface="微软雅黑" panose="020B0503020204020204" pitchFamily="34" charset="-122"/>
                          <a:ea typeface="微软雅黑" panose="020B0503020204020204" pitchFamily="34" charset="-122"/>
                        </a:rPr>
                        <a:t>2025.10.1</a:t>
                      </a:r>
                      <a:r>
                        <a:rPr lang="en-US" altLang="zh-CN" sz="1200" spc="100" dirty="0">
                          <a:solidFill>
                            <a:schemeClr val="tx1"/>
                          </a:solidFill>
                          <a:uFillTx/>
                          <a:latin typeface="微软雅黑" panose="020B0503020204020204" pitchFamily="34" charset="-122"/>
                          <a:ea typeface="微软雅黑" panose="020B0503020204020204" pitchFamily="34" charset="-122"/>
                        </a:rPr>
                        <a:t>4</a:t>
                      </a:r>
                      <a:endParaRPr lang="en-US" altLang="zh-CN" sz="1200" spc="100" dirty="0">
                        <a:solidFill>
                          <a:schemeClr val="tx1"/>
                        </a:solidFill>
                        <a:uFillTx/>
                        <a:latin typeface="微软雅黑" panose="020B0503020204020204" pitchFamily="34" charset="-122"/>
                        <a:ea typeface="微软雅黑" panose="020B0503020204020204" pitchFamily="34" charset="-122"/>
                      </a:endParaRPr>
                    </a:p>
                  </a:txBody>
                  <a:tcPr anchor="ctr">
                    <a:solidFill>
                      <a:srgbClr val="F8F0F4"/>
                    </a:solidFill>
                  </a:tcPr>
                </a:tc>
                <a:tc>
                  <a:txBody>
                    <a:bodyPr/>
                    <a:p>
                      <a:pPr marL="0" marR="0" lvl="0" algn="ctr" defTabSz="914400" rtl="0" eaLnBrk="1" fontAlgn="auto" latinLnBrk="0" hangingPunct="1">
                        <a:lnSpc>
                          <a:spcPct val="100000"/>
                        </a:lnSpc>
                        <a:spcBef>
                          <a:spcPts val="0"/>
                        </a:spcBef>
                        <a:buClrTx/>
                        <a:buSzTx/>
                        <a:buFontTx/>
                        <a:buNone/>
                      </a:pPr>
                      <a:r>
                        <a:rPr lang="en-US" altLang="zh-CN" sz="1200" spc="100" dirty="0">
                          <a:solidFill>
                            <a:schemeClr val="tx1"/>
                          </a:solidFill>
                          <a:uFillTx/>
                          <a:latin typeface="微软雅黑" panose="020B0503020204020204" pitchFamily="34" charset="-122"/>
                          <a:ea typeface="微软雅黑" panose="020B0503020204020204" pitchFamily="34" charset="-122"/>
                          <a:sym typeface="+mn-ea"/>
                        </a:rPr>
                        <a:t>意大利</a:t>
                      </a:r>
                      <a:endParaRPr lang="en-US" altLang="zh-CN" sz="1200" spc="100" dirty="0">
                        <a:solidFill>
                          <a:schemeClr val="tx1"/>
                        </a:solidFill>
                        <a:uFillTx/>
                        <a:latin typeface="微软雅黑" panose="020B0503020204020204" pitchFamily="34" charset="-122"/>
                        <a:ea typeface="微软雅黑" panose="020B0503020204020204" pitchFamily="34" charset="-122"/>
                        <a:sym typeface="+mn-ea"/>
                      </a:endParaRPr>
                    </a:p>
                    <a:p>
                      <a:pPr marL="0" marR="0" lvl="0" algn="ctr" defTabSz="914400" rtl="0" eaLnBrk="1" fontAlgn="auto" latinLnBrk="0" hangingPunct="1">
                        <a:lnSpc>
                          <a:spcPct val="100000"/>
                        </a:lnSpc>
                        <a:spcBef>
                          <a:spcPts val="0"/>
                        </a:spcBef>
                        <a:buClrTx/>
                        <a:buSzTx/>
                        <a:buFontTx/>
                        <a:buNone/>
                      </a:pPr>
                      <a:r>
                        <a:rPr lang="en-US" altLang="zh-CN" sz="1200" spc="100" dirty="0">
                          <a:solidFill>
                            <a:schemeClr val="tx1"/>
                          </a:solidFill>
                          <a:uFillTx/>
                          <a:latin typeface="微软雅黑" panose="020B0503020204020204" pitchFamily="34" charset="-122"/>
                          <a:ea typeface="微软雅黑" panose="020B0503020204020204" pitchFamily="34" charset="-122"/>
                          <a:sym typeface="+mn-ea"/>
                        </a:rPr>
                        <a:t>米兰</a:t>
                      </a:r>
                      <a:endParaRPr lang="zh-CN" altLang="en-US" sz="1200" spc="100" dirty="0">
                        <a:solidFill>
                          <a:schemeClr val="tx1"/>
                        </a:solidFill>
                        <a:uFillTx/>
                        <a:latin typeface="微软雅黑" panose="020B0503020204020204" pitchFamily="34" charset="-122"/>
                        <a:ea typeface="微软雅黑" panose="020B0503020204020204" pitchFamily="34" charset="-122"/>
                      </a:endParaRPr>
                    </a:p>
                  </a:txBody>
                  <a:tcPr anchor="ctr">
                    <a:solidFill>
                      <a:srgbClr val="F8F0F4"/>
                    </a:solidFill>
                  </a:tcPr>
                </a:tc>
                <a:tc>
                  <a:txBody>
                    <a:bodyPr/>
                    <a:p>
                      <a:pPr algn="l" fontAlgn="auto">
                        <a:lnSpc>
                          <a:spcPct val="150000"/>
                        </a:lnSpc>
                        <a:buClrTx/>
                        <a:buSzTx/>
                        <a:buFontTx/>
                        <a:buNone/>
                      </a:pP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执行</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HO1667 </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郑州</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米兰航班，</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01:24 </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监控到</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SPOILERS:</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的</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Advisory</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信息，</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01:43 </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跟机机务反馈落地后有信息，目前正在处理，后续执行</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04:15  HO1668</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米兰</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郑州航班，已报</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AOC</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，依据</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FIM</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执行</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27 Primary Flight Control System, SYSTEM TEST, Spoilers (Electric)</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测试不通过，计划依据</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MEL</a:t>
                      </a:r>
                      <a:r>
                        <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失效</a:t>
                      </a:r>
                      <a:r>
                        <a:rPr lang="en-US" altLang="zh-CN"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11</a:t>
                      </a:r>
                      <a:r>
                        <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号扰流板保留放行，工装随机工具袋有件</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，跟机人员准备开始执行</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M</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项，等待平台车保障，</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02:31 </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平台车到达机下，</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04:28 </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安装完工装，完成失效功能测试，</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04:33 </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符合舵面间隙满足手册要求，</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04:34 </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完成</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M</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项，可以正常保障后续航班，已通知机组和签派，</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05:52 </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关舱，</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06:21</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起飞，</a:t>
                      </a:r>
                      <a:endPar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a:txBody>
                  <a:tcPr anchor="ctr">
                    <a:solidFill>
                      <a:srgbClr val="F8F0F4"/>
                    </a:solidFill>
                  </a:tcPr>
                </a:tc>
                <a:tc>
                  <a:txBody>
                    <a:bodyPr/>
                    <a:p>
                      <a:pPr algn="ctr">
                        <a:buNone/>
                      </a:pPr>
                      <a:r>
                        <a:rPr lang="zh-CN" altLang="en-US" sz="1400" b="1" spc="100" dirty="0">
                          <a:solidFill>
                            <a:schemeClr val="tx1"/>
                          </a:solidFill>
                          <a:uFillTx/>
                          <a:latin typeface="微软雅黑" panose="020B0503020204020204" pitchFamily="34" charset="-122"/>
                          <a:ea typeface="微软雅黑" panose="020B0503020204020204" pitchFamily="34" charset="-122"/>
                        </a:rPr>
                        <a:t>随机</a:t>
                      </a:r>
                      <a:r>
                        <a:rPr lang="en-US" altLang="zh-CN" sz="1400" b="1" spc="100" dirty="0">
                          <a:solidFill>
                            <a:schemeClr val="tx1"/>
                          </a:solidFill>
                          <a:uFillTx/>
                          <a:latin typeface="微软雅黑" panose="020B0503020204020204" pitchFamily="34" charset="-122"/>
                          <a:ea typeface="微软雅黑" panose="020B0503020204020204" pitchFamily="34" charset="-122"/>
                        </a:rPr>
                        <a:t>M</a:t>
                      </a:r>
                      <a:r>
                        <a:rPr lang="zh-CN" altLang="en-US" sz="1400" b="1" spc="100" dirty="0">
                          <a:solidFill>
                            <a:schemeClr val="tx1"/>
                          </a:solidFill>
                          <a:uFillTx/>
                          <a:latin typeface="微软雅黑" panose="020B0503020204020204" pitchFamily="34" charset="-122"/>
                          <a:ea typeface="微软雅黑" panose="020B0503020204020204" pitchFamily="34" charset="-122"/>
                        </a:rPr>
                        <a:t>项</a:t>
                      </a:r>
                      <a:r>
                        <a:rPr lang="zh-CN" altLang="en-US" sz="1400" b="1" spc="100" dirty="0">
                          <a:solidFill>
                            <a:schemeClr val="tx1"/>
                          </a:solidFill>
                          <a:uFillTx/>
                          <a:latin typeface="微软雅黑" panose="020B0503020204020204" pitchFamily="34" charset="-122"/>
                          <a:ea typeface="微软雅黑" panose="020B0503020204020204" pitchFamily="34" charset="-122"/>
                        </a:rPr>
                        <a:t>工装</a:t>
                      </a:r>
                      <a:endParaRPr lang="zh-CN" altLang="en-US" sz="1400" b="1" spc="100" dirty="0">
                        <a:solidFill>
                          <a:schemeClr val="tx1"/>
                        </a:solidFill>
                        <a:uFillTx/>
                        <a:latin typeface="微软雅黑" panose="020B0503020204020204" pitchFamily="34" charset="-122"/>
                        <a:ea typeface="微软雅黑" panose="020B0503020204020204" pitchFamily="34" charset="-122"/>
                      </a:endParaRPr>
                    </a:p>
                  </a:txBody>
                  <a:tcPr anchor="ctr" anchorCtr="0">
                    <a:solidFill>
                      <a:srgbClr val="F8F0F4"/>
                    </a:solidFill>
                  </a:tcPr>
                </a:tc>
              </a:tr>
            </a:tbl>
          </a:graphicData>
        </a:graphic>
      </p:graphicFrame>
      <p:sp>
        <p:nvSpPr>
          <p:cNvPr id="14" name="标题 13"/>
          <p:cNvSpPr>
            <a:spLocks noGrp="1"/>
          </p:cNvSpPr>
          <p:nvPr>
            <p:ph type="ctrTitle"/>
          </p:nvPr>
        </p:nvSpPr>
        <p:spPr/>
        <p:txBody>
          <a:bodyPr/>
          <a:lstStyle/>
          <a:p>
            <a:r>
              <a:rPr lang="en-US" altLang="zh-CN" dirty="0">
                <a:latin typeface="+mn-lt"/>
                <a:ea typeface="+mn-ea"/>
                <a:cs typeface="+mn-ea"/>
                <a:sym typeface="+mn-lt"/>
              </a:rPr>
              <a:t>AOG</a:t>
            </a:r>
            <a:r>
              <a:rPr>
                <a:latin typeface="+mn-lt"/>
                <a:ea typeface="+mn-ea"/>
                <a:cs typeface="+mn-ea"/>
                <a:sym typeface="+mn-lt"/>
              </a:rPr>
              <a:t>保障</a:t>
            </a:r>
            <a:r>
              <a:rPr>
                <a:latin typeface="+mn-lt"/>
                <a:ea typeface="+mn-ea"/>
                <a:cs typeface="+mn-ea"/>
                <a:sym typeface="+mn-lt"/>
              </a:rPr>
              <a:t>案例</a:t>
            </a:r>
            <a:endParaRPr>
              <a:latin typeface="+mn-lt"/>
              <a:ea typeface="+mn-ea"/>
              <a:cs typeface="+mn-ea"/>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p:nvPr>
        </p:nvSpPr>
        <p:spPr/>
        <p:txBody>
          <a:bodyPr/>
          <a:p>
            <a:r>
              <a:rPr lang="zh-CN" altLang="en-US"/>
              <a:t>洲际站点</a:t>
            </a:r>
            <a:r>
              <a:rPr lang="zh-CN" altLang="en-US"/>
              <a:t>保障</a:t>
            </a:r>
            <a:endParaRPr lang="zh-CN" altLang="en-US"/>
          </a:p>
        </p:txBody>
      </p:sp>
      <p:graphicFrame>
        <p:nvGraphicFramePr>
          <p:cNvPr id="6" name="表格 5"/>
          <p:cNvGraphicFramePr/>
          <p:nvPr>
            <p:custDataLst>
              <p:tags r:id="rId1"/>
            </p:custDataLst>
          </p:nvPr>
        </p:nvGraphicFramePr>
        <p:xfrm>
          <a:off x="360045" y="804545"/>
          <a:ext cx="11384915" cy="5848350"/>
        </p:xfrm>
        <a:graphic>
          <a:graphicData uri="http://schemas.openxmlformats.org/drawingml/2006/table">
            <a:tbl>
              <a:tblPr firstRow="1" bandRow="1">
                <a:tableStyleId>{5C22544A-7EE6-4342-B048-85BDC9FD1C3A}</a:tableStyleId>
              </a:tblPr>
              <a:tblGrid>
                <a:gridCol w="1024255"/>
                <a:gridCol w="1157605"/>
                <a:gridCol w="1344295"/>
                <a:gridCol w="1325880"/>
                <a:gridCol w="1226185"/>
                <a:gridCol w="1304925"/>
                <a:gridCol w="1327785"/>
                <a:gridCol w="1293495"/>
                <a:gridCol w="1380490"/>
              </a:tblGrid>
              <a:tr h="513715">
                <a:tc>
                  <a:txBody>
                    <a:bodyPr/>
                    <a:p>
                      <a:pPr algn="ctr">
                        <a:buNone/>
                      </a:pPr>
                      <a:r>
                        <a:rPr lang="zh-CN" altLang="en-US" sz="1400" b="0">
                          <a:latin typeface="微软雅黑" panose="020B0503020204020204" pitchFamily="34" charset="-122"/>
                          <a:ea typeface="微软雅黑" panose="020B0503020204020204" pitchFamily="34" charset="-122"/>
                        </a:rPr>
                        <a:t>区域</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航站</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维修保障方式</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维修代理公</a:t>
                      </a:r>
                      <a:r>
                        <a:rPr lang="zh-CN" altLang="en-US" sz="1400" b="0">
                          <a:latin typeface="微软雅黑" panose="020B0503020204020204" pitchFamily="34" charset="-122"/>
                          <a:ea typeface="微软雅黑" panose="020B0503020204020204" pitchFamily="34" charset="-122"/>
                        </a:rPr>
                        <a:t>司</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驻外</a:t>
                      </a:r>
                      <a:r>
                        <a:rPr lang="zh-CN" altLang="en-US" sz="1400" b="0">
                          <a:latin typeface="微软雅黑" panose="020B0503020204020204" pitchFamily="34" charset="-122"/>
                          <a:ea typeface="微软雅黑" panose="020B0503020204020204" pitchFamily="34" charset="-122"/>
                        </a:rPr>
                        <a:t>人员</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我司航班量</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en-US" altLang="zh-CN" sz="1400" b="0">
                          <a:latin typeface="微软雅黑" panose="020B0503020204020204" pitchFamily="34" charset="-122"/>
                          <a:ea typeface="微软雅黑" panose="020B0503020204020204" pitchFamily="34" charset="-122"/>
                          <a:cs typeface="微软雅黑" panose="020B0503020204020204" pitchFamily="34" charset="-122"/>
                        </a:rPr>
                        <a:t>AOG</a:t>
                      </a: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保障资源</a:t>
                      </a: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航材资源</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工具资源</a:t>
                      </a:r>
                      <a:endParaRPr lang="zh-CN" altLang="en-US" sz="1400" b="0">
                        <a:latin typeface="微软雅黑" panose="020B0503020204020204" pitchFamily="34" charset="-122"/>
                        <a:ea typeface="微软雅黑" panose="020B0503020204020204" pitchFamily="34" charset="-122"/>
                      </a:endParaRPr>
                    </a:p>
                  </a:txBody>
                  <a:tcPr anchor="ctr" anchorCtr="0"/>
                </a:tc>
              </a:tr>
              <a:tr h="838200">
                <a:tc rowSpan="5">
                  <a:txBody>
                    <a:bodyPr/>
                    <a:p>
                      <a:pPr algn="ctr">
                        <a:buNone/>
                      </a:pPr>
                      <a:r>
                        <a:rPr lang="zh-CN" altLang="en-US" sz="1400" b="0">
                          <a:latin typeface="微软雅黑" panose="020B0503020204020204" pitchFamily="34" charset="-122"/>
                          <a:ea typeface="微软雅黑" panose="020B0503020204020204" pitchFamily="34" charset="-122"/>
                        </a:rPr>
                        <a:t>欧洲</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曼彻斯特</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外委</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en-US" altLang="zh-CN" sz="1400" b="0">
                          <a:latin typeface="微软雅黑" panose="020B0503020204020204" pitchFamily="34" charset="-122"/>
                          <a:ea typeface="微软雅黑" panose="020B0503020204020204" pitchFamily="34" charset="-122"/>
                        </a:rPr>
                        <a:t>KLM</a:t>
                      </a:r>
                      <a:endParaRPr lang="en-US" altLang="zh-CN"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en-US" sz="1400" b="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人</a:t>
                      </a: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每周</a:t>
                      </a:r>
                      <a:r>
                        <a:rPr lang="en-US" altLang="zh-CN" sz="1400" b="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班</a:t>
                      </a: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en-US" altLang="zh-CN" sz="1400" b="0">
                          <a:latin typeface="微软雅黑" panose="020B0503020204020204" pitchFamily="34" charset="-122"/>
                          <a:ea typeface="微软雅黑" panose="020B0503020204020204" pitchFamily="34" charset="-122"/>
                          <a:cs typeface="微软雅黑" panose="020B0503020204020204" pitchFamily="34" charset="-122"/>
                        </a:rPr>
                        <a:t>SRT</a:t>
                      </a: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、英航、维</a:t>
                      </a: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珍</a:t>
                      </a: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机轮、滑油、液压</a:t>
                      </a:r>
                      <a:r>
                        <a:rPr lang="zh-CN" altLang="en-US" sz="1400" b="0">
                          <a:latin typeface="微软雅黑" panose="020B0503020204020204" pitchFamily="34" charset="-122"/>
                          <a:ea typeface="微软雅黑" panose="020B0503020204020204" pitchFamily="34" charset="-122"/>
                        </a:rPr>
                        <a:t>油</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换轮工具和简单排故工</a:t>
                      </a:r>
                      <a:r>
                        <a:rPr lang="zh-CN" altLang="en-US" sz="1400" b="0">
                          <a:latin typeface="微软雅黑" panose="020B0503020204020204" pitchFamily="34" charset="-122"/>
                          <a:ea typeface="微软雅黑" panose="020B0503020204020204" pitchFamily="34" charset="-122"/>
                        </a:rPr>
                        <a:t>具</a:t>
                      </a:r>
                      <a:endParaRPr lang="zh-CN" altLang="en-US" sz="1400" b="0">
                        <a:latin typeface="微软雅黑" panose="020B0503020204020204" pitchFamily="34" charset="-122"/>
                        <a:ea typeface="微软雅黑" panose="020B0503020204020204" pitchFamily="34" charset="-122"/>
                      </a:endParaRPr>
                    </a:p>
                  </a:txBody>
                  <a:tcPr anchor="ctr" anchorCtr="0"/>
                </a:tc>
              </a:tr>
              <a:tr h="683260">
                <a:tc vMerge="1">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布鲁塞尔</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sym typeface="+mn-ea"/>
                        </a:rPr>
                        <a:t>外委</a:t>
                      </a:r>
                      <a:endParaRPr lang="zh-CN" altLang="en-US" sz="1400" b="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en-US" altLang="zh-CN" sz="1400" b="0">
                          <a:latin typeface="微软雅黑" panose="020B0503020204020204" pitchFamily="34" charset="-122"/>
                          <a:ea typeface="微软雅黑" panose="020B0503020204020204" pitchFamily="34" charset="-122"/>
                        </a:rPr>
                        <a:t>NAYAK</a:t>
                      </a:r>
                      <a:endParaRPr lang="en-US" altLang="zh-CN"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en-US" sz="14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人</a:t>
                      </a: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每周</a:t>
                      </a:r>
                      <a:r>
                        <a:rPr lang="en-US" altLang="zh-CN" sz="140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班</a:t>
                      </a: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en-US" altLang="zh-CN" sz="1400" b="0">
                          <a:latin typeface="微软雅黑" panose="020B0503020204020204" pitchFamily="34" charset="-122"/>
                          <a:ea typeface="微软雅黑" panose="020B0503020204020204" pitchFamily="34" charset="-122"/>
                          <a:cs typeface="微软雅黑" panose="020B0503020204020204" pitchFamily="34" charset="-122"/>
                        </a:rPr>
                        <a:t>TUI</a:t>
                      </a: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航空、布鲁塞尔航</a:t>
                      </a: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空</a:t>
                      </a: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机轮、滑油、液压</a:t>
                      </a:r>
                      <a:r>
                        <a:rPr lang="zh-CN" altLang="en-US" sz="1400" b="0">
                          <a:latin typeface="微软雅黑" panose="020B0503020204020204" pitchFamily="34" charset="-122"/>
                          <a:ea typeface="微软雅黑" panose="020B0503020204020204" pitchFamily="34" charset="-122"/>
                        </a:rPr>
                        <a:t>油</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换轮工具和简单排故工</a:t>
                      </a:r>
                      <a:r>
                        <a:rPr lang="zh-CN" altLang="en-US" sz="1400" b="0">
                          <a:latin typeface="微软雅黑" panose="020B0503020204020204" pitchFamily="34" charset="-122"/>
                          <a:ea typeface="微软雅黑" panose="020B0503020204020204" pitchFamily="34" charset="-122"/>
                        </a:rPr>
                        <a:t>具</a:t>
                      </a:r>
                      <a:endParaRPr lang="zh-CN" altLang="en-US" sz="1400" b="0">
                        <a:latin typeface="微软雅黑" panose="020B0503020204020204" pitchFamily="34" charset="-122"/>
                        <a:ea typeface="微软雅黑" panose="020B0503020204020204" pitchFamily="34" charset="-122"/>
                      </a:endParaRPr>
                    </a:p>
                  </a:txBody>
                  <a:tcPr anchor="ctr" anchorCtr="0"/>
                </a:tc>
              </a:tr>
              <a:tr h="807085">
                <a:tc vMerge="1">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米兰</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sym typeface="+mn-ea"/>
                        </a:rPr>
                        <a:t>外委</a:t>
                      </a:r>
                      <a:endParaRPr lang="zh-CN" altLang="en-US" sz="1400" b="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en-US" altLang="zh-CN" sz="1400">
                          <a:latin typeface="微软雅黑" panose="020B0503020204020204" pitchFamily="34" charset="-122"/>
                          <a:ea typeface="微软雅黑" panose="020B0503020204020204" pitchFamily="34" charset="-122"/>
                          <a:sym typeface="+mn-ea"/>
                        </a:rPr>
                        <a:t>NAYAK</a:t>
                      </a:r>
                      <a:endParaRPr lang="en-US" altLang="zh-CN" sz="1400" b="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跟机</a:t>
                      </a: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每周</a:t>
                      </a:r>
                      <a:r>
                        <a:rPr lang="en-US" altLang="zh-CN" sz="1400" b="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班</a:t>
                      </a: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en-US" altLang="zh-CN" sz="1400" b="0">
                          <a:latin typeface="微软雅黑" panose="020B0503020204020204" pitchFamily="34" charset="-122"/>
                          <a:ea typeface="微软雅黑" panose="020B0503020204020204" pitchFamily="34" charset="-122"/>
                          <a:cs typeface="微软雅黑" panose="020B0503020204020204" pitchFamily="34" charset="-122"/>
                        </a:rPr>
                        <a:t>NEOS</a:t>
                      </a: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、汉莎</a:t>
                      </a: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工程</a:t>
                      </a: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zh-CN" altLang="en-US" sz="1400" b="1">
                          <a:solidFill>
                            <a:srgbClr val="FF0000"/>
                          </a:solidFill>
                          <a:latin typeface="微软雅黑" panose="020B0503020204020204" pitchFamily="34" charset="-122"/>
                          <a:ea typeface="微软雅黑" panose="020B0503020204020204" pitchFamily="34" charset="-122"/>
                        </a:rPr>
                        <a:t>周转件配备</a:t>
                      </a:r>
                      <a:r>
                        <a:rPr lang="zh-CN" altLang="en-US" sz="1400" b="0">
                          <a:latin typeface="微软雅黑" panose="020B0503020204020204" pitchFamily="34" charset="-122"/>
                          <a:ea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sym typeface="+mn-ea"/>
                        </a:rPr>
                        <a:t>机轮、滑油、液压油</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sym typeface="+mn-ea"/>
                        </a:rPr>
                        <a:t>换轮工具和简单排故工具</a:t>
                      </a:r>
                      <a:endParaRPr lang="zh-CN" altLang="en-US" sz="1400" b="0">
                        <a:latin typeface="微软雅黑" panose="020B0503020204020204" pitchFamily="34" charset="-122"/>
                        <a:ea typeface="微软雅黑" panose="020B0503020204020204" pitchFamily="34" charset="-122"/>
                        <a:sym typeface="+mn-ea"/>
                      </a:endParaRPr>
                    </a:p>
                  </a:txBody>
                  <a:tcPr anchor="ctr" anchorCtr="0"/>
                </a:tc>
              </a:tr>
              <a:tr h="756285">
                <a:tc vMerge="1">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赫尔辛基</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自我保障</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en-US" altLang="zh-CN" sz="1400">
                          <a:latin typeface="微软雅黑" panose="020B0503020204020204" pitchFamily="34" charset="-122"/>
                          <a:ea typeface="微软雅黑" panose="020B0503020204020204" pitchFamily="34" charset="-122"/>
                          <a:sym typeface="+mn-ea"/>
                        </a:rPr>
                        <a:t>N/A</a:t>
                      </a:r>
                      <a:endParaRPr lang="en-US" altLang="zh-CN" sz="140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en-US" sz="14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人</a:t>
                      </a: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每周</a:t>
                      </a:r>
                      <a:r>
                        <a:rPr lang="en-US" altLang="zh-CN" sz="1400" b="0">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班</a:t>
                      </a: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芬</a:t>
                      </a:r>
                      <a:r>
                        <a:rPr lang="zh-CN" altLang="en-US" sz="1400" b="0">
                          <a:latin typeface="微软雅黑" panose="020B0503020204020204" pitchFamily="34" charset="-122"/>
                          <a:ea typeface="微软雅黑" panose="020B0503020204020204" pitchFamily="34" charset="-122"/>
                        </a:rPr>
                        <a:t>航</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sym typeface="+mn-ea"/>
                        </a:rPr>
                        <a:t>机轮、滑油、液压油</a:t>
                      </a:r>
                      <a:endParaRPr lang="zh-CN" altLang="en-US" sz="1400" b="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sym typeface="+mn-ea"/>
                        </a:rPr>
                        <a:t>换轮工具和简单排故工具</a:t>
                      </a:r>
                      <a:endParaRPr lang="zh-CN" altLang="en-US" sz="1400" b="0">
                        <a:latin typeface="微软雅黑" panose="020B0503020204020204" pitchFamily="34" charset="-122"/>
                        <a:ea typeface="微软雅黑" panose="020B0503020204020204" pitchFamily="34" charset="-122"/>
                        <a:sym typeface="+mn-ea"/>
                      </a:endParaRPr>
                    </a:p>
                  </a:txBody>
                  <a:tcPr anchor="ctr" anchorCtr="0"/>
                </a:tc>
              </a:tr>
              <a:tr h="683260">
                <a:tc vMerge="1">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雅典</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sym typeface="+mn-ea"/>
                        </a:rPr>
                        <a:t>自我保障</a:t>
                      </a:r>
                      <a:endParaRPr lang="zh-CN" altLang="en-US" sz="1400" b="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en-US" altLang="zh-CN" sz="1400">
                          <a:latin typeface="微软雅黑" panose="020B0503020204020204" pitchFamily="34" charset="-122"/>
                          <a:ea typeface="微软雅黑" panose="020B0503020204020204" pitchFamily="34" charset="-122"/>
                          <a:sym typeface="+mn-ea"/>
                        </a:rPr>
                        <a:t>N/A</a:t>
                      </a:r>
                      <a:endParaRPr lang="en-US" altLang="zh-CN" sz="1400" b="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en-US" sz="14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人</a:t>
                      </a:r>
                      <a:endParaRPr lang="en-US" altLang="zh-CN"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每周</a:t>
                      </a:r>
                      <a:r>
                        <a:rPr lang="en-US" altLang="zh-CN" sz="1400" b="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班</a:t>
                      </a: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en-US" altLang="zh-CN" sz="1400" b="0">
                          <a:latin typeface="微软雅黑" panose="020B0503020204020204" pitchFamily="34" charset="-122"/>
                          <a:ea typeface="微软雅黑" panose="020B0503020204020204" pitchFamily="34" charset="-122"/>
                          <a:cs typeface="微软雅黑" panose="020B0503020204020204" pitchFamily="34" charset="-122"/>
                        </a:rPr>
                        <a:t>KLM</a:t>
                      </a: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0">
                          <a:latin typeface="微软雅黑" panose="020B0503020204020204" pitchFamily="34" charset="-122"/>
                          <a:ea typeface="微软雅黑" panose="020B0503020204020204" pitchFamily="34" charset="-122"/>
                          <a:cs typeface="微软雅黑" panose="020B0503020204020204" pitchFamily="34" charset="-122"/>
                        </a:rPr>
                        <a:t>Aero service</a:t>
                      </a:r>
                      <a:endParaRPr lang="en-US" altLang="zh-CN"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sym typeface="+mn-ea"/>
                        </a:rPr>
                        <a:t>机轮、滑油、液压油</a:t>
                      </a:r>
                      <a:endParaRPr lang="zh-CN" altLang="en-US" sz="1400" b="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sym typeface="+mn-ea"/>
                        </a:rPr>
                        <a:t>换轮工具和简单排故工具</a:t>
                      </a:r>
                      <a:endParaRPr lang="zh-CN" altLang="en-US" sz="1400" b="0">
                        <a:latin typeface="微软雅黑" panose="020B0503020204020204" pitchFamily="34" charset="-122"/>
                        <a:ea typeface="微软雅黑" panose="020B0503020204020204" pitchFamily="34" charset="-122"/>
                        <a:sym typeface="+mn-ea"/>
                      </a:endParaRPr>
                    </a:p>
                  </a:txBody>
                  <a:tcPr anchor="ctr" anchorCtr="0"/>
                </a:tc>
              </a:tr>
              <a:tr h="683895">
                <a:tc rowSpan="2">
                  <a:txBody>
                    <a:bodyPr/>
                    <a:p>
                      <a:pPr algn="ctr">
                        <a:buNone/>
                      </a:pPr>
                      <a:r>
                        <a:rPr lang="zh-CN" altLang="en-US" sz="1400" b="0">
                          <a:latin typeface="微软雅黑" panose="020B0503020204020204" pitchFamily="34" charset="-122"/>
                          <a:ea typeface="微软雅黑" panose="020B0503020204020204" pitchFamily="34" charset="-122"/>
                        </a:rPr>
                        <a:t>澳洲</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悉尼</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sym typeface="+mn-ea"/>
                        </a:rPr>
                        <a:t>外委</a:t>
                      </a:r>
                      <a:endParaRPr lang="zh-CN" altLang="en-US" sz="1400" b="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en-US" altLang="zh-CN" sz="1400" b="0">
                          <a:latin typeface="微软雅黑" panose="020B0503020204020204" pitchFamily="34" charset="-122"/>
                          <a:ea typeface="微软雅黑" panose="020B0503020204020204" pitchFamily="34" charset="-122"/>
                          <a:sym typeface="+mn-ea"/>
                        </a:rPr>
                        <a:t>HESTON</a:t>
                      </a:r>
                      <a:endParaRPr lang="en-US" altLang="zh-CN" sz="1400" b="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en-US" sz="14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人</a:t>
                      </a:r>
                      <a:endParaRPr lang="en-US" altLang="zh-CN"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每周</a:t>
                      </a:r>
                      <a:r>
                        <a:rPr lang="en-US" altLang="zh-CN" sz="1400" b="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班</a:t>
                      </a: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澳航</a:t>
                      </a: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sym typeface="+mn-ea"/>
                        </a:rPr>
                        <a:t>机轮、滑油、液压油</a:t>
                      </a:r>
                      <a:endParaRPr lang="zh-CN" altLang="en-US" sz="1400" b="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sym typeface="+mn-ea"/>
                        </a:rPr>
                        <a:t>换轮工具和简单排故工具</a:t>
                      </a:r>
                      <a:endParaRPr lang="zh-CN" altLang="en-US" sz="1400" b="0">
                        <a:latin typeface="微软雅黑" panose="020B0503020204020204" pitchFamily="34" charset="-122"/>
                        <a:ea typeface="微软雅黑" panose="020B0503020204020204" pitchFamily="34" charset="-122"/>
                        <a:sym typeface="+mn-ea"/>
                      </a:endParaRPr>
                    </a:p>
                  </a:txBody>
                  <a:tcPr anchor="ctr" anchorCtr="0"/>
                </a:tc>
              </a:tr>
              <a:tr h="882650">
                <a:tc vMerge="1">
                  <a:tcPr anchor="ctr" anchorCtr="0"/>
                </a:tc>
                <a:tc>
                  <a:txBody>
                    <a:bodyPr/>
                    <a:p>
                      <a:pPr algn="ctr">
                        <a:buNone/>
                      </a:pPr>
                      <a:r>
                        <a:rPr lang="zh-CN" altLang="en-US" sz="1400" b="0">
                          <a:latin typeface="微软雅黑" panose="020B0503020204020204" pitchFamily="34" charset="-122"/>
                          <a:ea typeface="微软雅黑" panose="020B0503020204020204" pitchFamily="34" charset="-122"/>
                        </a:rPr>
                        <a:t>墨尔本</a:t>
                      </a:r>
                      <a:endParaRPr lang="zh-CN" altLang="en-US"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sym typeface="+mn-ea"/>
                        </a:rPr>
                        <a:t>外委</a:t>
                      </a:r>
                      <a:endParaRPr lang="zh-CN" altLang="en-US" sz="1400" b="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en-US" altLang="zh-CN" sz="1400">
                          <a:latin typeface="微软雅黑" panose="020B0503020204020204" pitchFamily="34" charset="-122"/>
                          <a:ea typeface="微软雅黑" panose="020B0503020204020204" pitchFamily="34" charset="-122"/>
                          <a:sym typeface="+mn-ea"/>
                        </a:rPr>
                        <a:t>HESTON</a:t>
                      </a:r>
                      <a:endParaRPr lang="en-US" altLang="zh-CN" sz="1400" b="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en-US" sz="14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人</a:t>
                      </a:r>
                      <a:endParaRPr lang="en-US" altLang="zh-CN" sz="1400" b="0">
                        <a:latin typeface="微软雅黑" panose="020B0503020204020204" pitchFamily="34" charset="-122"/>
                        <a:ea typeface="微软雅黑" panose="020B0503020204020204" pitchFamily="34" charset="-122"/>
                      </a:endParaRPr>
                    </a:p>
                    <a:p>
                      <a:pPr algn="ctr">
                        <a:buNone/>
                      </a:pPr>
                      <a:endParaRPr lang="en-US" altLang="zh-CN" sz="14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每周</a:t>
                      </a:r>
                      <a:r>
                        <a:rPr lang="en-US" altLang="zh-CN" sz="140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班</a:t>
                      </a: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p>
                      <a:pPr algn="ctr">
                        <a:buNone/>
                      </a:pPr>
                      <a:endParaRPr lang="zh-CN" altLang="en-US"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zh-CN" altLang="en-US" sz="1400" b="0">
                          <a:latin typeface="微软雅黑" panose="020B0503020204020204" pitchFamily="34" charset="-122"/>
                          <a:ea typeface="微软雅黑" panose="020B0503020204020204" pitchFamily="34" charset="-122"/>
                          <a:cs typeface="微软雅黑" panose="020B0503020204020204" pitchFamily="34" charset="-122"/>
                        </a:rPr>
                        <a:t>澳航，维珍</a:t>
                      </a:r>
                      <a:r>
                        <a:rPr lang="en-US" altLang="zh-CN" sz="1400" b="0">
                          <a:latin typeface="微软雅黑" panose="020B0503020204020204" pitchFamily="34" charset="-122"/>
                          <a:ea typeface="微软雅黑" panose="020B0503020204020204" pitchFamily="34" charset="-122"/>
                          <a:cs typeface="微软雅黑" panose="020B0503020204020204" pitchFamily="34" charset="-122"/>
                        </a:rPr>
                        <a:t>MELBOUNE JET BASE </a:t>
                      </a:r>
                      <a:endParaRPr lang="en-US" altLang="zh-CN" sz="14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buNone/>
                      </a:pPr>
                      <a:r>
                        <a:rPr lang="zh-CN" altLang="en-US" sz="1400" b="1">
                          <a:solidFill>
                            <a:srgbClr val="FF0000"/>
                          </a:solidFill>
                          <a:latin typeface="微软雅黑" panose="020B0503020204020204" pitchFamily="34" charset="-122"/>
                          <a:ea typeface="微软雅黑" panose="020B0503020204020204" pitchFamily="34" charset="-122"/>
                          <a:sym typeface="+mn-ea"/>
                        </a:rPr>
                        <a:t>周转件配备</a:t>
                      </a:r>
                      <a:r>
                        <a:rPr lang="zh-CN" altLang="en-US" sz="1400">
                          <a:latin typeface="微软雅黑" panose="020B0503020204020204" pitchFamily="34" charset="-122"/>
                          <a:ea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sym typeface="+mn-ea"/>
                        </a:rPr>
                        <a:t>机轮、滑油、液压油</a:t>
                      </a:r>
                      <a:endParaRPr lang="zh-CN" altLang="en-US" sz="1400" b="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sym typeface="+mn-ea"/>
                        </a:rPr>
                        <a:t>换轮工具和简单排故工具</a:t>
                      </a:r>
                      <a:endParaRPr lang="zh-CN" altLang="en-US" sz="1400" b="0">
                        <a:latin typeface="微软雅黑" panose="020B0503020204020204" pitchFamily="34" charset="-122"/>
                        <a:ea typeface="微软雅黑" panose="020B0503020204020204" pitchFamily="34" charset="-122"/>
                        <a:sym typeface="+mn-ea"/>
                      </a:endParaRPr>
                    </a:p>
                  </a:txBody>
                  <a:tcPr anchor="ctr" anchorCtr="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Shape 4"/>
          <p:cNvSpPr/>
          <p:nvPr/>
        </p:nvSpPr>
        <p:spPr>
          <a:xfrm flipV="1">
            <a:off x="6974794" y="493263"/>
            <a:ext cx="2875719" cy="3164235"/>
          </a:xfrm>
          <a:custGeom>
            <a:avLst/>
            <a:gdLst>
              <a:gd name="connsiteX0" fmla="*/ 519112 w 1273492"/>
              <a:gd name="connsiteY0" fmla="*/ 644843 h 1401259"/>
              <a:gd name="connsiteX1" fmla="*/ 0 w 1273492"/>
              <a:gd name="connsiteY1" fmla="*/ 0 h 1401259"/>
              <a:gd name="connsiteX2" fmla="*/ 0 w 1273492"/>
              <a:gd name="connsiteY2" fmla="*/ 0 h 1401259"/>
              <a:gd name="connsiteX3" fmla="*/ 267653 w 1273492"/>
              <a:gd name="connsiteY3" fmla="*/ 582930 h 1401259"/>
              <a:gd name="connsiteX4" fmla="*/ 985837 w 1273492"/>
              <a:gd name="connsiteY4" fmla="*/ 1400175 h 1401259"/>
              <a:gd name="connsiteX5" fmla="*/ 1273492 w 1273492"/>
              <a:gd name="connsiteY5" fmla="*/ 1355408 h 1401259"/>
              <a:gd name="connsiteX6" fmla="*/ 519112 w 1273492"/>
              <a:gd name="connsiteY6" fmla="*/ 644843 h 140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3492" h="1401259">
                <a:moveTo>
                  <a:pt x="519112" y="644843"/>
                </a:moveTo>
                <a:cubicBezTo>
                  <a:pt x="392430" y="404813"/>
                  <a:pt x="193358" y="215265"/>
                  <a:pt x="0" y="0"/>
                </a:cubicBezTo>
                <a:lnTo>
                  <a:pt x="0" y="0"/>
                </a:lnTo>
                <a:cubicBezTo>
                  <a:pt x="0" y="0"/>
                  <a:pt x="216218" y="401002"/>
                  <a:pt x="267653" y="582930"/>
                </a:cubicBezTo>
                <a:cubicBezTo>
                  <a:pt x="319087" y="764858"/>
                  <a:pt x="340995" y="1365885"/>
                  <a:pt x="985837" y="1400175"/>
                </a:cubicBezTo>
                <a:cubicBezTo>
                  <a:pt x="1092517" y="1405890"/>
                  <a:pt x="1187767" y="1388745"/>
                  <a:pt x="1273492" y="1355408"/>
                </a:cubicBezTo>
                <a:cubicBezTo>
                  <a:pt x="799148" y="1281112"/>
                  <a:pt x="685800" y="962025"/>
                  <a:pt x="519112" y="644843"/>
                </a:cubicBezTo>
                <a:close/>
              </a:path>
            </a:pathLst>
          </a:custGeom>
          <a:solidFill>
            <a:schemeClr val="accent3">
              <a:lumMod val="20000"/>
              <a:lumOff val="80000"/>
            </a:schemeClr>
          </a:solidFill>
          <a:ln w="9525" cap="flat">
            <a:noFill/>
            <a:prstDash val="solid"/>
            <a:miter/>
          </a:ln>
        </p:spPr>
        <p:txBody>
          <a:bodyPr rtlCol="0" anchor="ctr"/>
          <a:lstStyle/>
          <a:p>
            <a:endParaRPr lang="en-US"/>
          </a:p>
        </p:txBody>
      </p:sp>
      <p:sp>
        <p:nvSpPr>
          <p:cNvPr id="7" name="TextBox 6"/>
          <p:cNvSpPr txBox="1"/>
          <p:nvPr/>
        </p:nvSpPr>
        <p:spPr>
          <a:xfrm>
            <a:off x="818139" y="2910573"/>
            <a:ext cx="5402441" cy="1323439"/>
          </a:xfrm>
          <a:prstGeom prst="rect">
            <a:avLst/>
          </a:prstGeom>
          <a:noFill/>
        </p:spPr>
        <p:txBody>
          <a:bodyPr wrap="none" rtlCol="0">
            <a:spAutoFit/>
          </a:bodyPr>
          <a:lstStyle/>
          <a:p>
            <a:r>
              <a:rPr lang="en-US" sz="8000" b="1" spc="-150">
                <a:solidFill>
                  <a:schemeClr val="accent1"/>
                </a:solidFill>
                <a:latin typeface="Quicksand" pitchFamily="2" charset="0"/>
              </a:rPr>
              <a:t>Thank </a:t>
            </a:r>
            <a:r>
              <a:rPr lang="en-US" sz="8000" b="1" spc="-150">
                <a:solidFill>
                  <a:schemeClr val="accent6"/>
                </a:solidFill>
                <a:latin typeface="Quicksand" pitchFamily="2" charset="0"/>
              </a:rPr>
              <a:t>You</a:t>
            </a:r>
            <a:endParaRPr lang="en-US" sz="8000" b="1" spc="-150">
              <a:solidFill>
                <a:schemeClr val="accent6"/>
              </a:solidFill>
              <a:latin typeface="Quicksand" pitchFamily="2" charset="0"/>
            </a:endParaRPr>
          </a:p>
        </p:txBody>
      </p:sp>
      <p:pic>
        <p:nvPicPr>
          <p:cNvPr id="15" name="图片占位符 14" descr="建筑与房屋的城市空拍图&#10;&#10;描述已自动生成"/>
          <p:cNvPicPr>
            <a:picLocks noGrp="1" noChangeAspect="1"/>
          </p:cNvPicPr>
          <p:nvPr>
            <p:ph type="pic" sz="quarter" idx="10"/>
          </p:nvPr>
        </p:nvPicPr>
        <p:blipFill>
          <a:blip r:embed="rId1" cstate="print">
            <a:extLst>
              <a:ext uri="{28A0092B-C50C-407E-A947-70E740481C1C}">
                <a14:useLocalDpi xmlns:a14="http://schemas.microsoft.com/office/drawing/2010/main" val="0"/>
              </a:ext>
            </a:extLst>
          </a:blip>
          <a:srcRect l="21217" r="21217"/>
          <a:stretch>
            <a:fillRect/>
          </a:stretch>
        </p:blipFill>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666196" cy="950198"/>
          </a:xfrm>
          <a:prstGeom prst="rect">
            <a:avLst/>
          </a:prstGeom>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picid" val="{f900c5c6-962c-4cf6-8888-cdcee69a0999}"/>
</p:tagLst>
</file>

<file path=ppt/tags/tag5.xml><?xml version="1.0" encoding="utf-8"?>
<p:tagLst xmlns:p="http://schemas.openxmlformats.org/presentationml/2006/main">
  <p:tag name="KSO_WM_DIAGRAM_VIRTUALLY_FRAME" val="{&quot;height&quot;:354.50189208984375,&quot;left&quot;:0,&quot;top&quot;:151.39905395507813,&quot;width&quot;:960}"/>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36926_1*m_h_a*1_1_1"/>
  <p:tag name="KSO_WM_TEMPLATE_CATEGORY" val="diagram"/>
  <p:tag name="KSO_WM_TEMPLATE_INDEX" val="20236926"/>
  <p:tag name="KSO_WM_UNIT_LAYERLEVEL" val="1_1_1"/>
  <p:tag name="KSO_WM_TAG_VERSION" val="3.0"/>
  <p:tag name="KSO_WM_DIAGRAM_VERSION" val="3"/>
  <p:tag name="KSO_WM_DIAGRAM_COLOR_TRICK" val="1"/>
  <p:tag name="KSO_WM_DIAGRAM_COLOR_TEXT_CAN_REMOVE" val="n"/>
  <p:tag name="KSO_WM_UNIT_PRESET_TEXT" val="添加项标题"/>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7400000095367432,&quot;transparency&quot;:0},{&quot;brightness&quot;:0,&quot;colorType&quot;:1,&quot;foreColorIndex&quot;:5,&quot;pos&quot;:0.8299999833106995,&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6.xml><?xml version="1.0" encoding="utf-8"?>
<p:tagLst xmlns:p="http://schemas.openxmlformats.org/presentationml/2006/main">
  <p:tag name="KSO_WM_DIAGRAM_VIRTUALLY_FRAME" val="{&quot;height&quot;:354.50189208984375,&quot;left&quot;:0,&quot;top&quot;:151.39905395507813,&quot;width&quot;:960}"/>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36926_1*m_h_a*1_1_1"/>
  <p:tag name="KSO_WM_TEMPLATE_CATEGORY" val="diagram"/>
  <p:tag name="KSO_WM_TEMPLATE_INDEX" val="20236926"/>
  <p:tag name="KSO_WM_UNIT_LAYERLEVEL" val="1_1_1"/>
  <p:tag name="KSO_WM_TAG_VERSION" val="3.0"/>
  <p:tag name="KSO_WM_DIAGRAM_VERSION" val="3"/>
  <p:tag name="KSO_WM_DIAGRAM_COLOR_TRICK" val="1"/>
  <p:tag name="KSO_WM_DIAGRAM_COLOR_TEXT_CAN_REMOVE" val="n"/>
  <p:tag name="KSO_WM_UNIT_PRESET_TEXT" val="添加项标题"/>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7400000095367432,&quot;transparency&quot;:0},{&quot;brightness&quot;:0,&quot;colorType&quot;:1,&quot;foreColorIndex&quot;:5,&quot;pos&quot;:0.8299999833106995,&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7.xml><?xml version="1.0" encoding="utf-8"?>
<p:tagLst xmlns:p="http://schemas.openxmlformats.org/presentationml/2006/main">
  <p:tag name="KSO_WM_DIAGRAM_VIRTUALLY_FRAME" val="{&quot;height&quot;:354.50189208984375,&quot;left&quot;:0,&quot;top&quot;:151.39905395507813,&quot;width&quot;:960}"/>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36926_1*m_h_a*1_1_1"/>
  <p:tag name="KSO_WM_TEMPLATE_CATEGORY" val="diagram"/>
  <p:tag name="KSO_WM_TEMPLATE_INDEX" val="20236926"/>
  <p:tag name="KSO_WM_UNIT_LAYERLEVEL" val="1_1_1"/>
  <p:tag name="KSO_WM_TAG_VERSION" val="3.0"/>
  <p:tag name="KSO_WM_DIAGRAM_VERSION" val="3"/>
  <p:tag name="KSO_WM_DIAGRAM_COLOR_TRICK" val="1"/>
  <p:tag name="KSO_WM_DIAGRAM_COLOR_TEXT_CAN_REMOVE" val="n"/>
  <p:tag name="KSO_WM_UNIT_PRESET_TEXT" val="添加项标题"/>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7400000095367432,&quot;transparency&quot;:0},{&quot;brightness&quot;:0,&quot;colorType&quot;:1,&quot;foreColorIndex&quot;:5,&quot;pos&quot;:0.8299999833106995,&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8.xml><?xml version="1.0" encoding="utf-8"?>
<p:tagLst xmlns:p="http://schemas.openxmlformats.org/presentationml/2006/main">
  <p:tag name="KSO_WM_DIAGRAM_VIRTUALLY_FRAME" val="{&quot;height&quot;:354.50189208984375,&quot;left&quot;:0,&quot;top&quot;:151.39905395507813,&quot;width&quot;:960}"/>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36926_1*m_h_a*1_1_1"/>
  <p:tag name="KSO_WM_TEMPLATE_CATEGORY" val="diagram"/>
  <p:tag name="KSO_WM_TEMPLATE_INDEX" val="20236926"/>
  <p:tag name="KSO_WM_UNIT_LAYERLEVEL" val="1_1_1"/>
  <p:tag name="KSO_WM_TAG_VERSION" val="3.0"/>
  <p:tag name="KSO_WM_DIAGRAM_VERSION" val="3"/>
  <p:tag name="KSO_WM_DIAGRAM_COLOR_TRICK" val="1"/>
  <p:tag name="KSO_WM_DIAGRAM_COLOR_TEXT_CAN_REMOVE" val="n"/>
  <p:tag name="KSO_WM_UNIT_PRESET_TEXT" val="添加项标题"/>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7400000095367432,&quot;transparency&quot;:0},{&quot;brightness&quot;:0,&quot;colorType&quot;:1,&quot;foreColorIndex&quot;:5,&quot;pos&quot;:0.8299999833106995,&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9.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31109_2*m_h_i*1_2_3"/>
  <p:tag name="KSO_WM_TEMPLATE_CATEGORY" val="diagram"/>
  <p:tag name="KSO_WM_TEMPLATE_INDEX" val="20231109"/>
  <p:tag name="KSO_WM_UNIT_LAYERLEVEL" val="1_1_1"/>
  <p:tag name="KSO_WM_TAG_VERSION" val="3.0"/>
  <p:tag name="KSO_WM_DIAGRAM_MAX_ITEMCNT" val="6"/>
  <p:tag name="KSO_WM_DIAGRAM_MIN_ITEMCNT" val="2"/>
  <p:tag name="KSO_WM_DIAGRAM_VIRTUALLY_FRAME" val="{&quot;height&quot;:264.25,&quot;left&quot;:74.22500610351562,&quot;top&quot;:196.525,&quot;width&quot;:811.5499877929688}"/>
  <p:tag name="KSO_WM_DIAGRAM_COLOR_MATCH_VALUE" val="{&quot;shape&quot;:{&quot;fill&quot;:{&quot;gradient&quot;:[{&quot;brightness&quot;:0.15000000596046448,&quot;colorType&quot;:1,&quot;foreColorIndex&quot;:6,&quot;pos&quot;:1,&quot;transparency&quot;:0},{&quot;brightness&quot;:0,&quot;colorType&quot;:1,&quot;foreColorIndex&quot;:6,&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0.xml><?xml version="1.0" encoding="utf-8"?>
<p:tagLst xmlns:p="http://schemas.openxmlformats.org/presentationml/2006/main">
  <p:tag name="picid" val="{8c4112a5-db7a-4920-bbc2-288ded6c395d}"/>
</p:tagLst>
</file>

<file path=ppt/tags/tag11.xml><?xml version="1.0" encoding="utf-8"?>
<p:tagLst xmlns:p="http://schemas.openxmlformats.org/presentationml/2006/main">
  <p:tag name="picid" val="{23df4592-4bb5-4e69-b748-4f3dfb5dba88}"/>
</p:tagLst>
</file>

<file path=ppt/tags/tag12.xml><?xml version="1.0" encoding="utf-8"?>
<p:tagLst xmlns:p="http://schemas.openxmlformats.org/presentationml/2006/main">
  <p:tag name="KSO_WM_DIAGRAM_VIRTUALLY_FRAME" val="{&quot;height&quot;:354.50189208984375,&quot;left&quot;:0,&quot;top&quot;:151.39905395507813,&quot;width&quot;:960}"/>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36926_1*m_h_a*1_1_1"/>
  <p:tag name="KSO_WM_TEMPLATE_CATEGORY" val="diagram"/>
  <p:tag name="KSO_WM_TEMPLATE_INDEX" val="20236926"/>
  <p:tag name="KSO_WM_UNIT_LAYERLEVEL" val="1_1_1"/>
  <p:tag name="KSO_WM_TAG_VERSION" val="3.0"/>
  <p:tag name="KSO_WM_DIAGRAM_VERSION" val="3"/>
  <p:tag name="KSO_WM_DIAGRAM_COLOR_TRICK" val="1"/>
  <p:tag name="KSO_WM_DIAGRAM_COLOR_TEXT_CAN_REMOVE" val="n"/>
  <p:tag name="KSO_WM_UNIT_PRESET_TEXT" val="添加项标题"/>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7400000095367432,&quot;transparency&quot;:0},{&quot;brightness&quot;:0,&quot;colorType&quot;:1,&quot;foreColorIndex&quot;:5,&quot;pos&quot;:0.8299999833106995,&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13.xml><?xml version="1.0" encoding="utf-8"?>
<p:tagLst xmlns:p="http://schemas.openxmlformats.org/presentationml/2006/main">
  <p:tag name="picid" val="{82e036d6-c1f6-4862-900f-a48e4aeee5b8}"/>
</p:tagLst>
</file>

<file path=ppt/tags/tag14.xml><?xml version="1.0" encoding="utf-8"?>
<p:tagLst xmlns:p="http://schemas.openxmlformats.org/presentationml/2006/main">
  <p:tag name="KSO_WM_BEAUTIFY_FLAG" val="#wm#"/>
  <p:tag name="KSO_WM_UNIT_VALUE" val="2501*1886"/>
  <p:tag name="KSO_WM_UNIT_HIGHLIGHT" val="0"/>
  <p:tag name="KSO_WM_UNIT_COMPATIBLE" val="0"/>
  <p:tag name="KSO_WM_UNIT_DIAGRAM_ISNUMVISUAL" val="0"/>
  <p:tag name="KSO_WM_UNIT_DIAGRAM_ISREFERUNIT" val="0"/>
  <p:tag name="KSO_WM_UNIT_TYPE" val="d"/>
  <p:tag name="KSO_WM_UNIT_INDEX" val="1"/>
  <p:tag name="KSO_WM_UNIT_ID" val="custom20238543_1*d*1"/>
  <p:tag name="KSO_WM_TEMPLATE_CATEGORY" val="custom"/>
  <p:tag name="KSO_WM_TEMPLATE_INDEX" val="20238543"/>
  <p:tag name="KSO_WM_UNIT_LAYERLEVEL" val="1"/>
  <p:tag name="KSO_WM_TAG_VERSION" val="3.0"/>
  <p:tag name="KSO_WM_UNIT_PIC_EFFECT" val="1"/>
</p:tagLst>
</file>

<file path=ppt/tags/tag15.xml><?xml version="1.0" encoding="utf-8"?>
<p:tagLst xmlns:p="http://schemas.openxmlformats.org/presentationml/2006/main">
  <p:tag name="KSO_WM_UNIT_TABLE_BEAUTIFY" val="smartTable{b51768f0-ae90-49d3-813e-b96ca6c93262}"/>
  <p:tag name="TABLE_ENDDRAG_ORIGIN_RECT" val="903*466"/>
  <p:tag name="TABLE_ENDDRAG_RECT" val="28*54*903*466"/>
  <p:tag name="KSO_WM_BEAUTIFY_FLAG" val=""/>
</p:tagLst>
</file>

<file path=ppt/tags/tag16.xml><?xml version="1.0" encoding="utf-8"?>
<p:tagLst xmlns:p="http://schemas.openxmlformats.org/presentationml/2006/main">
  <p:tag name="TABLE_ENDDRAG_ORIGIN_RECT" val="896*460"/>
  <p:tag name="TABLE_ENDDRAG_RECT" val="28*63*896*460"/>
</p:tagLst>
</file>

<file path=ppt/tags/tag17.xml><?xml version="1.0" encoding="utf-8"?>
<p:tagLst xmlns:p="http://schemas.openxmlformats.org/presentationml/2006/main">
  <p:tag name="KSO_WPP_MARK_KEY" val="0a638c4b-3fcd-41f9-8586-b4540813c114"/>
  <p:tag name="COMMONDATA" val="eyJoZGlkIjoiOTYwZWZkNjcxMDVlY2ZhOGQ1YWRkMjBmYmI3NjIwOTUifQ=="/>
  <p:tag name="commondata" val="eyJoZGlkIjoiNjc0MDdkZThmMWRhYWE3ZTY5Nzc5MDQ2ZWRlMzQ5YWIifQ=="/>
  <p:tag name="resource_record_key" val="{&quot;10&quot;:[3661323,50019972,50011124,3734289,50011084,21540280],&quot;70&quot;:[3312481,3403270]}"/>
</p:tagLst>
</file>

<file path=ppt/theme/theme1.xml><?xml version="1.0" encoding="utf-8"?>
<a:theme xmlns:a="http://schemas.openxmlformats.org/drawingml/2006/main" name="Office Theme">
  <a:themeElements>
    <a:clrScheme name="吉祥17周年">
      <a:dk1>
        <a:srgbClr val="000000"/>
      </a:dk1>
      <a:lt1>
        <a:srgbClr val="FFFFFF"/>
      </a:lt1>
      <a:dk2>
        <a:srgbClr val="44546A"/>
      </a:dk2>
      <a:lt2>
        <a:srgbClr val="E7E6E6"/>
      </a:lt2>
      <a:accent1>
        <a:srgbClr val="B8778D"/>
      </a:accent1>
      <a:accent2>
        <a:srgbClr val="718AB3"/>
      </a:accent2>
      <a:accent3>
        <a:srgbClr val="CB9C6D"/>
      </a:accent3>
      <a:accent4>
        <a:srgbClr val="E5CDD3"/>
      </a:accent4>
      <a:accent5>
        <a:srgbClr val="F2E8EB"/>
      </a:accent5>
      <a:accent6>
        <a:srgbClr val="7CA4BD"/>
      </a:accent6>
      <a:hlink>
        <a:srgbClr val="0563C1"/>
      </a:hlink>
      <a:folHlink>
        <a:srgbClr val="954F72"/>
      </a:folHlink>
    </a:clrScheme>
    <a:fontScheme name="fon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1981</Words>
  <Application>WPS 演示</Application>
  <PresentationFormat>宽屏</PresentationFormat>
  <Paragraphs>251</Paragraphs>
  <Slides>5</Slides>
  <Notes>47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vt:i4>
      </vt:variant>
    </vt:vector>
  </HeadingPairs>
  <TitlesOfParts>
    <vt:vector size="19" baseType="lpstr">
      <vt:lpstr>Arial</vt:lpstr>
      <vt:lpstr>宋体</vt:lpstr>
      <vt:lpstr>Wingdings</vt:lpstr>
      <vt:lpstr>微软雅黑</vt:lpstr>
      <vt:lpstr>Segoe Print</vt:lpstr>
      <vt:lpstr>华文仿宋</vt:lpstr>
      <vt:lpstr>Wingdings</vt:lpstr>
      <vt:lpstr>Calibri</vt:lpstr>
      <vt:lpstr>Quicksand</vt:lpstr>
      <vt:lpstr>Arial Unicode MS</vt:lpstr>
      <vt:lpstr>等线</vt:lpstr>
      <vt:lpstr>Calibri</vt:lpstr>
      <vt:lpstr>Lucida Sans</vt:lpstr>
      <vt:lpstr>Office Theme</vt:lpstr>
      <vt:lpstr>PowerPoint 演示文稿</vt:lpstr>
      <vt:lpstr>AOG保障策略</vt:lpstr>
      <vt:lpstr>AOG保障案例</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Yossy Made Yulian</dc:creator>
  <cp:lastModifiedBy>LIUJIONG</cp:lastModifiedBy>
  <cp:revision>2886</cp:revision>
  <dcterms:created xsi:type="dcterms:W3CDTF">2023-09-13T01:48:00Z</dcterms:created>
  <dcterms:modified xsi:type="dcterms:W3CDTF">2026-01-12T07:13:57Z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9E316E6E5BF09B28081501653CB16E3C_43</vt:lpwstr>
  </property>
  <property fmtid="{D5CDD505-2E9C-101B-9397-08002B2CF9AE}" pid="3" name="KSOProductBuildVer">
    <vt:lpwstr>2052-12.1.0.24657</vt:lpwstr>
  </property>
</Properties>
</file>